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zeymqcxhdszq/mnt/agents/output/morpheus/images/5_Free_Neon_Gaming_Controller_Image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60000"/>
                </a:srgbClr>
              </a:gs>
              <a:gs pos="40000">
                <a:srgbClr val="0F0F1A">
                  <a:alpha val="80000"/>
                </a:srgbClr>
              </a:gs>
              <a:gs pos="100000">
                <a:srgbClr val="0F0F1A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302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spc="1200" kern="0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MORPHEUS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3048000" y="469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Plateforme de Cloud Gaming Moderne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0" y="5461000"/>
            <a:ext cx="254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812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Cahier des charges — 2025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600" kern="0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371600"/>
            <a:ext cx="1016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7112000" cy="2921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286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143000" y="3429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&amp; Objectifs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3937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Pourquoi le cloud gaming ? Les objectifs et le périmètre du projet Morpheus.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2000" y="2032000"/>
            <a:ext cx="7112000" cy="2921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0" y="2286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8763000" y="3429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Technologies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763000" y="3937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 technologies utilisées et l'architecture générale de la plateforme.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2000" y="5334000"/>
            <a:ext cx="7112000" cy="2921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588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143000" y="6731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Fonctionnalités Clés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43000" y="7239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Authentification, abonnements, catalogue, chat, file d'attente et tournois.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82000" y="5334000"/>
            <a:ext cx="7112000" cy="2921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5588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763000" y="6731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Livrables &amp; Conclusion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763000" y="7239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 livrables attendus et la conclusion du projet.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zeymqcxhdszq/mnt/agents/output/morpheus/images/7_A_Gaming_Computer_Station_with_Neon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91000"/>
                </a:srgbClr>
              </a:gs>
              <a:gs pos="55000">
                <a:srgbClr val="0F0F1A">
                  <a:alpha val="80000"/>
                </a:srgbClr>
              </a:gs>
              <a:gs pos="100000">
                <a:srgbClr val="0F0F1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spc="200" kern="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1270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&amp; Objectifs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Pourquoi Morpheus ?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Problème du Matériel Gaming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177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1752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Prix en explosion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78000" y="2159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 GPU et la RAM coûtent de plus en plus cher à cause de l'IA et de la demande massive.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79500" y="3302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27000" y="95250"/>
                </a:moveTo>
                <a:lnTo>
                  <a:pt x="127000" y="158750"/>
                </a:lnTo>
                <a:lnTo>
                  <a:pt x="254000" y="158750"/>
                </a:lnTo>
                <a:lnTo>
                  <a:pt x="254000" y="95250"/>
                </a:lnTo>
                <a:cubicBezTo>
                  <a:pt x="254000" y="60226"/>
                  <a:pt x="225524" y="31750"/>
                  <a:pt x="190500" y="31750"/>
                </a:cubicBezTo>
                <a:cubicBezTo>
                  <a:pt x="155476" y="31750"/>
                  <a:pt x="127000" y="60226"/>
                  <a:pt x="127000" y="95250"/>
                </a:cubicBezTo>
                <a:close/>
                <a:moveTo>
                  <a:pt x="63500" y="158750"/>
                </a:moveTo>
                <a:lnTo>
                  <a:pt x="63500" y="95250"/>
                </a:lnTo>
                <a:cubicBezTo>
                  <a:pt x="63500" y="25102"/>
                  <a:pt x="120352" y="-31750"/>
                  <a:pt x="190500" y="-31750"/>
                </a:cubicBezTo>
                <a:cubicBezTo>
                  <a:pt x="260648" y="-31750"/>
                  <a:pt x="317500" y="25102"/>
                  <a:pt x="317500" y="95250"/>
                </a:cubicBezTo>
                <a:lnTo>
                  <a:pt x="317500" y="158750"/>
                </a:lnTo>
                <a:cubicBezTo>
                  <a:pt x="352524" y="158750"/>
                  <a:pt x="381000" y="187226"/>
                  <a:pt x="381000" y="222250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28476" y="158750"/>
                  <a:pt x="63500" y="15875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3276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Accès difficile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78000" y="3683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 matériel performant est inaccessible pour beaucoup de joueurs particuliers.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84250" y="4826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63500"/>
                </a:moveTo>
                <a:cubicBezTo>
                  <a:pt x="390922" y="63500"/>
                  <a:pt x="476250" y="148828"/>
                  <a:pt x="476250" y="254000"/>
                </a:cubicBezTo>
                <a:cubicBezTo>
                  <a:pt x="476250" y="359172"/>
                  <a:pt x="390922" y="444500"/>
                  <a:pt x="285750" y="444500"/>
                </a:cubicBezTo>
                <a:cubicBezTo>
                  <a:pt x="221059" y="444500"/>
                  <a:pt x="163810" y="412254"/>
                  <a:pt x="129381" y="362843"/>
                </a:cubicBezTo>
                <a:cubicBezTo>
                  <a:pt x="119360" y="348456"/>
                  <a:pt x="99516" y="344984"/>
                  <a:pt x="85130" y="355005"/>
                </a:cubicBezTo>
                <a:cubicBezTo>
                  <a:pt x="70743" y="365026"/>
                  <a:pt x="67270" y="384870"/>
                  <a:pt x="77291" y="399256"/>
                </a:cubicBezTo>
                <a:cubicBezTo>
                  <a:pt x="123130" y="464939"/>
                  <a:pt x="199430" y="508000"/>
                  <a:pt x="285750" y="508000"/>
                </a:cubicBezTo>
                <a:cubicBezTo>
                  <a:pt x="426045" y="508000"/>
                  <a:pt x="539750" y="394295"/>
                  <a:pt x="539750" y="254000"/>
                </a:cubicBezTo>
                <a:cubicBezTo>
                  <a:pt x="539750" y="113705"/>
                  <a:pt x="426045" y="0"/>
                  <a:pt x="285750" y="0"/>
                </a:cubicBezTo>
                <a:cubicBezTo>
                  <a:pt x="200720" y="0"/>
                  <a:pt x="125512" y="41771"/>
                  <a:pt x="79375" y="105866"/>
                </a:cubicBezTo>
                <a:lnTo>
                  <a:pt x="79375" y="79375"/>
                </a:lnTo>
                <a:cubicBezTo>
                  <a:pt x="79375" y="61813"/>
                  <a:pt x="65187" y="47625"/>
                  <a:pt x="47625" y="47625"/>
                </a:cubicBezTo>
                <a:cubicBezTo>
                  <a:pt x="30063" y="47625"/>
                  <a:pt x="15875" y="61813"/>
                  <a:pt x="15875" y="79375"/>
                </a:cubicBezTo>
                <a:lnTo>
                  <a:pt x="15875" y="190500"/>
                </a:lnTo>
                <a:cubicBezTo>
                  <a:pt x="15875" y="208062"/>
                  <a:pt x="30063" y="222250"/>
                  <a:pt x="47625" y="222250"/>
                </a:cubicBezTo>
                <a:lnTo>
                  <a:pt x="72033" y="222250"/>
                </a:lnTo>
                <a:cubicBezTo>
                  <a:pt x="72529" y="222250"/>
                  <a:pt x="73025" y="222250"/>
                  <a:pt x="73521" y="222250"/>
                </a:cubicBezTo>
                <a:lnTo>
                  <a:pt x="158849" y="222250"/>
                </a:lnTo>
                <a:cubicBezTo>
                  <a:pt x="176411" y="222250"/>
                  <a:pt x="190599" y="208062"/>
                  <a:pt x="190599" y="190500"/>
                </a:cubicBezTo>
                <a:cubicBezTo>
                  <a:pt x="190599" y="172938"/>
                  <a:pt x="176411" y="158750"/>
                  <a:pt x="158849" y="158750"/>
                </a:cubicBezTo>
                <a:lnTo>
                  <a:pt x="120848" y="158750"/>
                </a:lnTo>
                <a:cubicBezTo>
                  <a:pt x="153690" y="101798"/>
                  <a:pt x="215305" y="63500"/>
                  <a:pt x="285750" y="63500"/>
                </a:cubicBezTo>
                <a:close/>
                <a:moveTo>
                  <a:pt x="309562" y="150813"/>
                </a:moveTo>
                <a:cubicBezTo>
                  <a:pt x="309562" y="137616"/>
                  <a:pt x="298946" y="127000"/>
                  <a:pt x="285750" y="127000"/>
                </a:cubicBezTo>
                <a:cubicBezTo>
                  <a:pt x="272554" y="127000"/>
                  <a:pt x="261937" y="137616"/>
                  <a:pt x="261937" y="150813"/>
                </a:cubicBezTo>
                <a:lnTo>
                  <a:pt x="261937" y="254000"/>
                </a:lnTo>
                <a:cubicBezTo>
                  <a:pt x="261937" y="260350"/>
                  <a:pt x="264418" y="266402"/>
                  <a:pt x="268883" y="270867"/>
                </a:cubicBezTo>
                <a:lnTo>
                  <a:pt x="340320" y="342305"/>
                </a:lnTo>
                <a:cubicBezTo>
                  <a:pt x="349647" y="351631"/>
                  <a:pt x="364728" y="351631"/>
                  <a:pt x="373955" y="342305"/>
                </a:cubicBezTo>
                <a:cubicBezTo>
                  <a:pt x="383183" y="332978"/>
                  <a:pt x="383282" y="317897"/>
                  <a:pt x="373955" y="308670"/>
                </a:cubicBezTo>
                <a:lnTo>
                  <a:pt x="309463" y="244177"/>
                </a:lnTo>
                <a:lnTo>
                  <a:pt x="309463" y="150813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778000" y="4800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Obsolescence rapide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78000" y="5207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 composants deviennent obsolètes très vite, forçant des achats fréquents.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890000" y="1651000"/>
            <a:ext cx="6604000" cy="4572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232900" y="2032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400050"/>
                </a:moveTo>
                <a:cubicBezTo>
                  <a:pt x="0" y="494705"/>
                  <a:pt x="76795" y="571500"/>
                  <a:pt x="171450" y="571500"/>
                </a:cubicBezTo>
                <a:lnTo>
                  <a:pt x="533400" y="571500"/>
                </a:lnTo>
                <a:cubicBezTo>
                  <a:pt x="617577" y="571500"/>
                  <a:pt x="685800" y="503277"/>
                  <a:pt x="685800" y="419100"/>
                </a:cubicBezTo>
                <a:cubicBezTo>
                  <a:pt x="685800" y="357664"/>
                  <a:pt x="649486" y="304681"/>
                  <a:pt x="597098" y="280630"/>
                </a:cubicBezTo>
                <a:cubicBezTo>
                  <a:pt x="605076" y="265033"/>
                  <a:pt x="609600" y="247293"/>
                  <a:pt x="609600" y="228600"/>
                </a:cubicBezTo>
                <a:cubicBezTo>
                  <a:pt x="609600" y="165497"/>
                  <a:pt x="558403" y="114300"/>
                  <a:pt x="495300" y="114300"/>
                </a:cubicBezTo>
                <a:cubicBezTo>
                  <a:pt x="474226" y="114300"/>
                  <a:pt x="454581" y="120015"/>
                  <a:pt x="437674" y="129897"/>
                </a:cubicBezTo>
                <a:cubicBezTo>
                  <a:pt x="408980" y="75367"/>
                  <a:pt x="351711" y="38100"/>
                  <a:pt x="285750" y="38100"/>
                </a:cubicBezTo>
                <a:cubicBezTo>
                  <a:pt x="191095" y="38100"/>
                  <a:pt x="114300" y="114895"/>
                  <a:pt x="114300" y="209550"/>
                </a:cubicBezTo>
                <a:cubicBezTo>
                  <a:pt x="114300" y="219075"/>
                  <a:pt x="115133" y="228481"/>
                  <a:pt x="116562" y="237530"/>
                </a:cubicBezTo>
                <a:cubicBezTo>
                  <a:pt x="48816" y="260390"/>
                  <a:pt x="0" y="324564"/>
                  <a:pt x="0" y="40005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9271000" y="2857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Solution : Cloud Gaming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71000" y="3429000"/>
            <a:ext cx="5842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Jouer à distance sur des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serveurs puissants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L'utilisateur n'a besoin que d'un appareil capable de recevoir un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flux vidéo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Plus besoin d'acheter du matériel coûteux — on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loue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 puissance à la demande.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0" y="8826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et Périmètre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6858000" cy="3175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841500" y="1905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 Principal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2540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Créer une plateforme de cloud gaming où les utilisateurs peuvent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jouer via le cloud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avec un système d'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abonnement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file d'attente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et de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sessions de jeu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5080000"/>
            <a:ext cx="6858000" cy="3302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1778000" y="5397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43000" y="5969000"/>
            <a:ext cx="6096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Backend complet (Laravel, APIs REST)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Intégration Steam API + API paiement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Gestion utilisateurs, abonnements, queue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Sessions de jeu et chat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28000" y="1587500"/>
            <a:ext cx="7366000" cy="6794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90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149126" y="149126"/>
                </a:moveTo>
                <a:cubicBezTo>
                  <a:pt x="157520" y="140732"/>
                  <a:pt x="171093" y="140732"/>
                  <a:pt x="179397" y="149126"/>
                </a:cubicBezTo>
                <a:lnTo>
                  <a:pt x="228511" y="198239"/>
                </a:lnTo>
                <a:lnTo>
                  <a:pt x="277624" y="149126"/>
                </a:lnTo>
                <a:cubicBezTo>
                  <a:pt x="286018" y="140732"/>
                  <a:pt x="299591" y="140732"/>
                  <a:pt x="307896" y="149126"/>
                </a:cubicBezTo>
                <a:cubicBezTo>
                  <a:pt x="316200" y="157520"/>
                  <a:pt x="316290" y="171093"/>
                  <a:pt x="307896" y="179397"/>
                </a:cubicBezTo>
                <a:lnTo>
                  <a:pt x="258782" y="228511"/>
                </a:lnTo>
                <a:lnTo>
                  <a:pt x="307896" y="277624"/>
                </a:lnTo>
                <a:cubicBezTo>
                  <a:pt x="316290" y="286018"/>
                  <a:pt x="316290" y="299591"/>
                  <a:pt x="307896" y="307896"/>
                </a:cubicBezTo>
                <a:cubicBezTo>
                  <a:pt x="299502" y="316200"/>
                  <a:pt x="285929" y="316290"/>
                  <a:pt x="277624" y="307896"/>
                </a:cubicBezTo>
                <a:lnTo>
                  <a:pt x="228511" y="258782"/>
                </a:lnTo>
                <a:lnTo>
                  <a:pt x="179397" y="307896"/>
                </a:lnTo>
                <a:cubicBezTo>
                  <a:pt x="171004" y="316290"/>
                  <a:pt x="157430" y="316290"/>
                  <a:pt x="149126" y="307896"/>
                </a:cubicBezTo>
                <a:cubicBezTo>
                  <a:pt x="140821" y="299502"/>
                  <a:pt x="140732" y="285929"/>
                  <a:pt x="149126" y="277624"/>
                </a:cubicBezTo>
                <a:lnTo>
                  <a:pt x="198239" y="228511"/>
                </a:lnTo>
                <a:lnTo>
                  <a:pt x="149126" y="179397"/>
                </a:lnTo>
                <a:cubicBezTo>
                  <a:pt x="140732" y="171004"/>
                  <a:pt x="140732" y="157430"/>
                  <a:pt x="149126" y="14912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1905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Exclus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509000" y="2540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 développement de l'infrastructure cloud (GPU, streaming) est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exclu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du périmètre.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547100" y="4191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4171" y="266700"/>
                  <a:pt x="76200" y="266700"/>
                </a:cubicBezTo>
                <a:lnTo>
                  <a:pt x="457200" y="266700"/>
                </a:lnTo>
                <a:cubicBezTo>
                  <a:pt x="499229" y="266700"/>
                  <a:pt x="533400" y="232529"/>
                  <a:pt x="533400" y="1905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333375" y="123825"/>
                </a:moveTo>
                <a:cubicBezTo>
                  <a:pt x="349146" y="123825"/>
                  <a:pt x="361950" y="136629"/>
                  <a:pt x="361950" y="152400"/>
                </a:cubicBezTo>
                <a:cubicBezTo>
                  <a:pt x="361950" y="168171"/>
                  <a:pt x="349146" y="180975"/>
                  <a:pt x="333375" y="180975"/>
                </a:cubicBezTo>
                <a:cubicBezTo>
                  <a:pt x="317604" y="180975"/>
                  <a:pt x="304800" y="168171"/>
                  <a:pt x="304800" y="152400"/>
                </a:cubicBezTo>
                <a:cubicBezTo>
                  <a:pt x="304800" y="136629"/>
                  <a:pt x="317604" y="123825"/>
                  <a:pt x="333375" y="123825"/>
                </a:cubicBezTo>
                <a:close/>
                <a:moveTo>
                  <a:pt x="400050" y="152400"/>
                </a:moveTo>
                <a:cubicBezTo>
                  <a:pt x="400050" y="136629"/>
                  <a:pt x="412854" y="123825"/>
                  <a:pt x="428625" y="123825"/>
                </a:cubicBezTo>
                <a:cubicBezTo>
                  <a:pt x="444396" y="123825"/>
                  <a:pt x="457200" y="136629"/>
                  <a:pt x="457200" y="152400"/>
                </a:cubicBezTo>
                <a:cubicBezTo>
                  <a:pt x="457200" y="168171"/>
                  <a:pt x="444396" y="180975"/>
                  <a:pt x="428625" y="180975"/>
                </a:cubicBezTo>
                <a:cubicBezTo>
                  <a:pt x="412854" y="180975"/>
                  <a:pt x="400050" y="168171"/>
                  <a:pt x="400050" y="152400"/>
                </a:cubicBezTo>
                <a:close/>
                <a:moveTo>
                  <a:pt x="76200" y="342900"/>
                </a:move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lose/>
                <a:moveTo>
                  <a:pt x="333375" y="428625"/>
                </a:moveTo>
                <a:cubicBezTo>
                  <a:pt x="349146" y="428625"/>
                  <a:pt x="361950" y="441429"/>
                  <a:pt x="361950" y="457200"/>
                </a:cubicBezTo>
                <a:cubicBezTo>
                  <a:pt x="361950" y="472971"/>
                  <a:pt x="349146" y="485775"/>
                  <a:pt x="333375" y="485775"/>
                </a:cubicBezTo>
                <a:cubicBezTo>
                  <a:pt x="317604" y="485775"/>
                  <a:pt x="304800" y="472971"/>
                  <a:pt x="304800" y="457200"/>
                </a:cubicBezTo>
                <a:cubicBezTo>
                  <a:pt x="304800" y="441429"/>
                  <a:pt x="317604" y="428625"/>
                  <a:pt x="333375" y="428625"/>
                </a:cubicBezTo>
                <a:close/>
                <a:moveTo>
                  <a:pt x="400050" y="457200"/>
                </a:moveTo>
                <a:cubicBezTo>
                  <a:pt x="400050" y="441429"/>
                  <a:pt x="412854" y="428625"/>
                  <a:pt x="428625" y="428625"/>
                </a:cubicBezTo>
                <a:cubicBezTo>
                  <a:pt x="444396" y="428625"/>
                  <a:pt x="457200" y="441429"/>
                  <a:pt x="457200" y="457200"/>
                </a:cubicBezTo>
                <a:cubicBezTo>
                  <a:pt x="457200" y="472971"/>
                  <a:pt x="444396" y="485775"/>
                  <a:pt x="428625" y="485775"/>
                </a:cubicBezTo>
                <a:cubicBezTo>
                  <a:pt x="412854" y="485775"/>
                  <a:pt x="400050" y="472971"/>
                  <a:pt x="400050" y="45720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5016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assuré par Selkies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509000" y="55880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 streaming vidéo des jeux est géré par  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Selkies.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Morpheus se concentre sur la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logique métier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comptes, abonnements, queue et sessions.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0" y="8826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zeymqcxhdszq/mnt/agents/output/morpheus/images/1_Cloud_Technological_Over_1_062_205.png">    </p:cNvPr>
          <p:cNvPicPr>
            <a:picLocks noChangeAspect="1"/>
          </p:cNvPicPr>
          <p:nvPr/>
        </p:nvPicPr>
        <p:blipFill>
          <a:blip r:embed="rId1"/>
          <a:srcRect l="519" r="519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91000"/>
                </a:srgbClr>
              </a:gs>
              <a:gs pos="55000">
                <a:srgbClr val="0F0F1A">
                  <a:alpha val="80000"/>
                </a:srgbClr>
              </a:gs>
              <a:gs pos="100000">
                <a:srgbClr val="0F0F1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spc="200" kern="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1270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Technologies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Comment ça marche ?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Technique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backend central Laravel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communique avec le frontend et les services externes via des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APIs REST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Il gère toute la logique métier.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476500"/>
            <a:ext cx="4572000" cy="279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73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3302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79500" y="37465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HTML, CSS, JavaScript — interface utilisateur moderne et réactive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42000" y="2476500"/>
            <a:ext cx="4572000" cy="279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6130925" y="2730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159500" y="3302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59500" y="37465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PHP, Laravel — logique métier, APIs REST, authentification par token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22000" y="2476500"/>
            <a:ext cx="4572000" cy="279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68075" y="2730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0" y="3302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de données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239500" y="37465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PostgreSQL — stockage robuste des utilisateurs, jeux, sessions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62000" y="5651500"/>
            <a:ext cx="4572000" cy="279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0056" y="228600"/>
                </a:moveTo>
                <a:cubicBezTo>
                  <a:pt x="450056" y="350937"/>
                  <a:pt x="350758" y="450056"/>
                  <a:pt x="228243" y="450056"/>
                </a:cubicBezTo>
                <a:cubicBezTo>
                  <a:pt x="126623" y="450056"/>
                  <a:pt x="41077" y="381923"/>
                  <a:pt x="14823" y="288965"/>
                </a:cubicBezTo>
                <a:lnTo>
                  <a:pt x="99834" y="324058"/>
                </a:lnTo>
                <a:cubicBezTo>
                  <a:pt x="105549" y="352723"/>
                  <a:pt x="130999" y="374422"/>
                  <a:pt x="161359" y="374422"/>
                </a:cubicBezTo>
                <a:cubicBezTo>
                  <a:pt x="196364" y="374422"/>
                  <a:pt x="225564" y="345490"/>
                  <a:pt x="224046" y="308789"/>
                </a:cubicBezTo>
                <a:lnTo>
                  <a:pt x="299502" y="255032"/>
                </a:lnTo>
                <a:cubicBezTo>
                  <a:pt x="346025" y="256193"/>
                  <a:pt x="385048" y="218509"/>
                  <a:pt x="385048" y="171539"/>
                </a:cubicBezTo>
                <a:cubicBezTo>
                  <a:pt x="385048" y="125462"/>
                  <a:pt x="347543" y="88047"/>
                  <a:pt x="301377" y="88047"/>
                </a:cubicBezTo>
                <a:cubicBezTo>
                  <a:pt x="255210" y="88047"/>
                  <a:pt x="217706" y="125551"/>
                  <a:pt x="217706" y="171539"/>
                </a:cubicBezTo>
                <a:lnTo>
                  <a:pt x="217706" y="172611"/>
                </a:lnTo>
                <a:lnTo>
                  <a:pt x="164842" y="249138"/>
                </a:lnTo>
                <a:cubicBezTo>
                  <a:pt x="151001" y="248335"/>
                  <a:pt x="137428" y="252174"/>
                  <a:pt x="125998" y="259943"/>
                </a:cubicBezTo>
                <a:lnTo>
                  <a:pt x="7144" y="210830"/>
                </a:lnTo>
                <a:cubicBezTo>
                  <a:pt x="16252" y="96798"/>
                  <a:pt x="111710" y="7144"/>
                  <a:pt x="228243" y="7144"/>
                </a:cubicBezTo>
                <a:cubicBezTo>
                  <a:pt x="350758" y="7144"/>
                  <a:pt x="450056" y="106263"/>
                  <a:pt x="450056" y="228600"/>
                </a:cubicBezTo>
                <a:close/>
                <a:moveTo>
                  <a:pt x="146179" y="343168"/>
                </a:moveTo>
                <a:lnTo>
                  <a:pt x="118943" y="331916"/>
                </a:lnTo>
                <a:cubicBezTo>
                  <a:pt x="123944" y="342275"/>
                  <a:pt x="132606" y="350490"/>
                  <a:pt x="143232" y="354955"/>
                </a:cubicBezTo>
                <a:cubicBezTo>
                  <a:pt x="167253" y="364956"/>
                  <a:pt x="194846" y="353526"/>
                  <a:pt x="204847" y="329595"/>
                </a:cubicBezTo>
                <a:cubicBezTo>
                  <a:pt x="209669" y="317986"/>
                  <a:pt x="209758" y="305217"/>
                  <a:pt x="204936" y="293608"/>
                </a:cubicBezTo>
                <a:cubicBezTo>
                  <a:pt x="200114" y="282000"/>
                  <a:pt x="191095" y="272891"/>
                  <a:pt x="179487" y="268069"/>
                </a:cubicBezTo>
                <a:cubicBezTo>
                  <a:pt x="167967" y="263247"/>
                  <a:pt x="155644" y="263426"/>
                  <a:pt x="144750" y="267533"/>
                </a:cubicBezTo>
                <a:lnTo>
                  <a:pt x="172879" y="279142"/>
                </a:lnTo>
                <a:cubicBezTo>
                  <a:pt x="190560" y="286464"/>
                  <a:pt x="198953" y="306735"/>
                  <a:pt x="191542" y="324416"/>
                </a:cubicBezTo>
                <a:cubicBezTo>
                  <a:pt x="184130" y="342186"/>
                  <a:pt x="163860" y="350490"/>
                  <a:pt x="146179" y="343168"/>
                </a:cubicBezTo>
                <a:close/>
                <a:moveTo>
                  <a:pt x="301377" y="115907"/>
                </a:moveTo>
                <a:cubicBezTo>
                  <a:pt x="332081" y="115907"/>
                  <a:pt x="357009" y="140835"/>
                  <a:pt x="357009" y="171539"/>
                </a:cubicBezTo>
                <a:cubicBezTo>
                  <a:pt x="357009" y="202243"/>
                  <a:pt x="332081" y="227171"/>
                  <a:pt x="301377" y="227171"/>
                </a:cubicBezTo>
                <a:cubicBezTo>
                  <a:pt x="270673" y="227171"/>
                  <a:pt x="245745" y="202243"/>
                  <a:pt x="245745" y="171539"/>
                </a:cubicBezTo>
                <a:cubicBezTo>
                  <a:pt x="245745" y="140835"/>
                  <a:pt x="270673" y="115907"/>
                  <a:pt x="301377" y="115907"/>
                </a:cubicBezTo>
                <a:close/>
                <a:moveTo>
                  <a:pt x="301466" y="213241"/>
                </a:moveTo>
                <a:cubicBezTo>
                  <a:pt x="324531" y="213241"/>
                  <a:pt x="343257" y="194515"/>
                  <a:pt x="343257" y="171450"/>
                </a:cubicBezTo>
                <a:cubicBezTo>
                  <a:pt x="343257" y="148385"/>
                  <a:pt x="324531" y="129659"/>
                  <a:pt x="301466" y="129659"/>
                </a:cubicBezTo>
                <a:cubicBezTo>
                  <a:pt x="278401" y="129659"/>
                  <a:pt x="259675" y="148385"/>
                  <a:pt x="259675" y="171450"/>
                </a:cubicBezTo>
                <a:cubicBezTo>
                  <a:pt x="259675" y="194515"/>
                  <a:pt x="278401" y="213241"/>
                  <a:pt x="301466" y="21324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6477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APIs Externes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79500" y="69215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Steam API (catalogue jeux) + API paiement (abonnements)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842000" y="5651500"/>
            <a:ext cx="4572000" cy="279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30925" y="5905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5725" y="57150"/>
                </a:moveTo>
                <a:cubicBezTo>
                  <a:pt x="54203" y="57150"/>
                  <a:pt x="28575" y="82778"/>
                  <a:pt x="28575" y="114300"/>
                </a:cubicBezTo>
                <a:lnTo>
                  <a:pt x="28575" y="342900"/>
                </a:lnTo>
                <a:cubicBezTo>
                  <a:pt x="28575" y="374422"/>
                  <a:pt x="54203" y="400050"/>
                  <a:pt x="85725" y="400050"/>
                </a:cubicBezTo>
                <a:lnTo>
                  <a:pt x="314325" y="400050"/>
                </a:lnTo>
                <a:cubicBezTo>
                  <a:pt x="345847" y="400050"/>
                  <a:pt x="371475" y="374422"/>
                  <a:pt x="371475" y="342900"/>
                </a:cubicBezTo>
                <a:lnTo>
                  <a:pt x="371475" y="114300"/>
                </a:lnTo>
                <a:cubicBezTo>
                  <a:pt x="371475" y="82778"/>
                  <a:pt x="345847" y="57150"/>
                  <a:pt x="314325" y="57150"/>
                </a:cubicBezTo>
                <a:lnTo>
                  <a:pt x="85725" y="57150"/>
                </a:lnTo>
                <a:close/>
                <a:moveTo>
                  <a:pt x="414338" y="300038"/>
                </a:moveTo>
                <a:lnTo>
                  <a:pt x="479971" y="352544"/>
                </a:lnTo>
                <a:cubicBezTo>
                  <a:pt x="483721" y="355580"/>
                  <a:pt x="488365" y="357188"/>
                  <a:pt x="493187" y="357188"/>
                </a:cubicBezTo>
                <a:cubicBezTo>
                  <a:pt x="504885" y="357188"/>
                  <a:pt x="514350" y="347722"/>
                  <a:pt x="514350" y="336024"/>
                </a:cubicBezTo>
                <a:lnTo>
                  <a:pt x="514350" y="121176"/>
                </a:lnTo>
                <a:cubicBezTo>
                  <a:pt x="514350" y="109478"/>
                  <a:pt x="504885" y="100013"/>
                  <a:pt x="493187" y="100013"/>
                </a:cubicBezTo>
                <a:cubicBezTo>
                  <a:pt x="488365" y="100013"/>
                  <a:pt x="483721" y="101620"/>
                  <a:pt x="479971" y="104656"/>
                </a:cubicBezTo>
                <a:lnTo>
                  <a:pt x="414338" y="157163"/>
                </a:lnTo>
                <a:lnTo>
                  <a:pt x="414338" y="300038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6159500" y="6477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159500" y="69215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Selkies + Moonlight / Sunshine — streaming vidéo des jeux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922000" y="5651500"/>
            <a:ext cx="4572000" cy="279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95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11239500" y="6477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1239500" y="69215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Authentification par token, vérification des droits à chaque action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30" name="Text 28"/>
          <p:cNvSpPr/>
          <p:nvPr/>
        </p:nvSpPr>
        <p:spPr>
          <a:xfrm>
            <a:off x="14478000" y="8826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zeymqcxhdszq/mnt/agents/output/morpheus/images/8_Futuristic_Video_Game_Controller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91000"/>
                </a:srgbClr>
              </a:gs>
              <a:gs pos="55000">
                <a:srgbClr val="0F0F1A">
                  <a:alpha val="80000"/>
                </a:srgbClr>
              </a:gs>
              <a:gs pos="100000">
                <a:srgbClr val="0F0F1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spc="200" kern="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1270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Fonctionnalités Clés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 que propose Morpheus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Authentification, Abonnements &amp; Catalogue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4699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1905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22250" y="7938"/>
                </a:moveTo>
                <a:cubicBezTo>
                  <a:pt x="287962" y="7938"/>
                  <a:pt x="341313" y="61288"/>
                  <a:pt x="341313" y="127000"/>
                </a:cubicBezTo>
                <a:cubicBezTo>
                  <a:pt x="341313" y="192712"/>
                  <a:pt x="287962" y="246063"/>
                  <a:pt x="222250" y="246063"/>
                </a:cubicBezTo>
                <a:cubicBezTo>
                  <a:pt x="156538" y="246063"/>
                  <a:pt x="103188" y="192712"/>
                  <a:pt x="103188" y="127000"/>
                </a:cubicBezTo>
                <a:cubicBezTo>
                  <a:pt x="103188" y="61288"/>
                  <a:pt x="156538" y="7938"/>
                  <a:pt x="222250" y="7938"/>
                </a:cubicBezTo>
                <a:close/>
                <a:moveTo>
                  <a:pt x="192782" y="301625"/>
                </a:moveTo>
                <a:lnTo>
                  <a:pt x="251718" y="301625"/>
                </a:lnTo>
                <a:cubicBezTo>
                  <a:pt x="281186" y="301625"/>
                  <a:pt x="308967" y="308868"/>
                  <a:pt x="333375" y="321568"/>
                </a:cubicBezTo>
                <a:lnTo>
                  <a:pt x="333375" y="325834"/>
                </a:lnTo>
                <a:cubicBezTo>
                  <a:pt x="313928" y="343297"/>
                  <a:pt x="301625" y="368598"/>
                  <a:pt x="301625" y="396776"/>
                </a:cubicBezTo>
                <a:lnTo>
                  <a:pt x="301625" y="492026"/>
                </a:lnTo>
                <a:cubicBezTo>
                  <a:pt x="301625" y="497483"/>
                  <a:pt x="302121" y="502841"/>
                  <a:pt x="302915" y="508000"/>
                </a:cubicBezTo>
                <a:lnTo>
                  <a:pt x="45343" y="508000"/>
                </a:lnTo>
                <a:cubicBezTo>
                  <a:pt x="29071" y="508000"/>
                  <a:pt x="15875" y="494804"/>
                  <a:pt x="15875" y="478532"/>
                </a:cubicBezTo>
                <a:cubicBezTo>
                  <a:pt x="15875" y="380802"/>
                  <a:pt x="95052" y="301625"/>
                  <a:pt x="192782" y="301625"/>
                </a:cubicBezTo>
                <a:close/>
                <a:moveTo>
                  <a:pt x="492125" y="301724"/>
                </a:moveTo>
                <a:cubicBezTo>
                  <a:pt x="492125" y="284163"/>
                  <a:pt x="477937" y="269974"/>
                  <a:pt x="460375" y="269974"/>
                </a:cubicBezTo>
                <a:cubicBezTo>
                  <a:pt x="442813" y="269974"/>
                  <a:pt x="428625" y="284163"/>
                  <a:pt x="428625" y="301724"/>
                </a:cubicBezTo>
                <a:lnTo>
                  <a:pt x="428625" y="349250"/>
                </a:lnTo>
                <a:lnTo>
                  <a:pt x="492125" y="349250"/>
                </a:lnTo>
                <a:lnTo>
                  <a:pt x="492125" y="301724"/>
                </a:lnTo>
                <a:close/>
                <a:moveTo>
                  <a:pt x="349250" y="396875"/>
                </a:moveTo>
                <a:cubicBezTo>
                  <a:pt x="349250" y="376138"/>
                  <a:pt x="362545" y="358477"/>
                  <a:pt x="381000" y="351929"/>
                </a:cubicBezTo>
                <a:lnTo>
                  <a:pt x="381000" y="301724"/>
                </a:lnTo>
                <a:cubicBezTo>
                  <a:pt x="381000" y="257870"/>
                  <a:pt x="416520" y="222349"/>
                  <a:pt x="460375" y="222349"/>
                </a:cubicBezTo>
                <a:cubicBezTo>
                  <a:pt x="504230" y="222349"/>
                  <a:pt x="539750" y="257870"/>
                  <a:pt x="539750" y="301724"/>
                </a:cubicBezTo>
                <a:lnTo>
                  <a:pt x="539750" y="351929"/>
                </a:lnTo>
                <a:cubicBezTo>
                  <a:pt x="558205" y="358477"/>
                  <a:pt x="571500" y="376138"/>
                  <a:pt x="571500" y="396875"/>
                </a:cubicBezTo>
                <a:lnTo>
                  <a:pt x="571500" y="492125"/>
                </a:lnTo>
                <a:cubicBezTo>
                  <a:pt x="571500" y="518418"/>
                  <a:pt x="550168" y="539750"/>
                  <a:pt x="523875" y="539750"/>
                </a:cubicBezTo>
                <a:lnTo>
                  <a:pt x="396875" y="539750"/>
                </a:lnTo>
                <a:cubicBezTo>
                  <a:pt x="370582" y="539750"/>
                  <a:pt x="349250" y="518418"/>
                  <a:pt x="349250" y="492125"/>
                </a:cubicBezTo>
                <a:lnTo>
                  <a:pt x="349250" y="396875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Authentification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9500" y="3111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Inscription email / mot de passe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Connexion via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Steam OAuth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CRUD profil utilisateur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Authentification par token sécurisé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778500" y="1587500"/>
            <a:ext cx="4699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6064250" y="1905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10555" y="86519"/>
                </a:moveTo>
                <a:cubicBezTo>
                  <a:pt x="319683" y="79276"/>
                  <a:pt x="325438" y="68064"/>
                  <a:pt x="325438" y="55563"/>
                </a:cubicBezTo>
                <a:cubicBezTo>
                  <a:pt x="325438" y="33635"/>
                  <a:pt x="307677" y="15875"/>
                  <a:pt x="285750" y="15875"/>
                </a:cubicBezTo>
                <a:cubicBezTo>
                  <a:pt x="263823" y="15875"/>
                  <a:pt x="246063" y="33635"/>
                  <a:pt x="246063" y="55563"/>
                </a:cubicBezTo>
                <a:cubicBezTo>
                  <a:pt x="246063" y="68064"/>
                  <a:pt x="251916" y="79276"/>
                  <a:pt x="260945" y="86519"/>
                </a:cubicBezTo>
                <a:lnTo>
                  <a:pt x="193080" y="193278"/>
                </a:lnTo>
                <a:cubicBezTo>
                  <a:pt x="183158" y="208855"/>
                  <a:pt x="162024" y="212725"/>
                  <a:pt x="147241" y="201613"/>
                </a:cubicBezTo>
                <a:lnTo>
                  <a:pt x="88205" y="157460"/>
                </a:lnTo>
                <a:cubicBezTo>
                  <a:pt x="92670" y="151110"/>
                  <a:pt x="95250" y="143272"/>
                  <a:pt x="95250" y="134938"/>
                </a:cubicBezTo>
                <a:cubicBezTo>
                  <a:pt x="95250" y="113010"/>
                  <a:pt x="77490" y="95250"/>
                  <a:pt x="55563" y="95250"/>
                </a:cubicBezTo>
                <a:cubicBezTo>
                  <a:pt x="33635" y="95250"/>
                  <a:pt x="15875" y="113010"/>
                  <a:pt x="15875" y="134938"/>
                </a:cubicBezTo>
                <a:cubicBezTo>
                  <a:pt x="15875" y="156567"/>
                  <a:pt x="33238" y="174228"/>
                  <a:pt x="54769" y="174625"/>
                </a:cubicBezTo>
                <a:lnTo>
                  <a:pt x="87114" y="390426"/>
                </a:lnTo>
                <a:cubicBezTo>
                  <a:pt x="91777" y="421481"/>
                  <a:pt x="118467" y="444500"/>
                  <a:pt x="149920" y="444500"/>
                </a:cubicBezTo>
                <a:lnTo>
                  <a:pt x="421580" y="444500"/>
                </a:lnTo>
                <a:cubicBezTo>
                  <a:pt x="453033" y="444500"/>
                  <a:pt x="479723" y="421481"/>
                  <a:pt x="484386" y="390426"/>
                </a:cubicBezTo>
                <a:lnTo>
                  <a:pt x="516731" y="174625"/>
                </a:lnTo>
                <a:cubicBezTo>
                  <a:pt x="538262" y="174228"/>
                  <a:pt x="555625" y="156567"/>
                  <a:pt x="555625" y="134938"/>
                </a:cubicBezTo>
                <a:cubicBezTo>
                  <a:pt x="555625" y="113010"/>
                  <a:pt x="537865" y="95250"/>
                  <a:pt x="515938" y="95250"/>
                </a:cubicBezTo>
                <a:cubicBezTo>
                  <a:pt x="494010" y="95250"/>
                  <a:pt x="476250" y="113010"/>
                  <a:pt x="476250" y="134938"/>
                </a:cubicBezTo>
                <a:cubicBezTo>
                  <a:pt x="476250" y="143272"/>
                  <a:pt x="478830" y="151110"/>
                  <a:pt x="483295" y="157460"/>
                </a:cubicBezTo>
                <a:lnTo>
                  <a:pt x="424359" y="201712"/>
                </a:lnTo>
                <a:cubicBezTo>
                  <a:pt x="409575" y="212824"/>
                  <a:pt x="388441" y="208955"/>
                  <a:pt x="378520" y="193377"/>
                </a:cubicBezTo>
                <a:lnTo>
                  <a:pt x="310555" y="86519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Abonnements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0" y="3111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plans inspirés de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GeForce NOW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Free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accès limité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Priority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accès prioritaire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Ultimate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meilleure qualité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Souscription via API paiement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Upgrade possible à tout moment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699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0" y="1905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444500" y="63500"/>
                </a:moveTo>
                <a:cubicBezTo>
                  <a:pt x="549672" y="63500"/>
                  <a:pt x="635000" y="148828"/>
                  <a:pt x="635000" y="254000"/>
                </a:cubicBezTo>
                <a:cubicBezTo>
                  <a:pt x="635000" y="359172"/>
                  <a:pt x="549672" y="444500"/>
                  <a:pt x="444500" y="444500"/>
                </a:cubicBezTo>
                <a:lnTo>
                  <a:pt x="190500" y="444500"/>
                </a:lnTo>
                <a:cubicBezTo>
                  <a:pt x="85328" y="444500"/>
                  <a:pt x="0" y="359172"/>
                  <a:pt x="0" y="254000"/>
                </a:cubicBezTo>
                <a:cubicBezTo>
                  <a:pt x="0" y="148828"/>
                  <a:pt x="85328" y="63500"/>
                  <a:pt x="190500" y="63500"/>
                </a:cubicBezTo>
                <a:lnTo>
                  <a:pt x="444500" y="63500"/>
                </a:lnTo>
                <a:close/>
                <a:moveTo>
                  <a:pt x="190500" y="174625"/>
                </a:moveTo>
                <a:cubicBezTo>
                  <a:pt x="177304" y="174625"/>
                  <a:pt x="166688" y="185241"/>
                  <a:pt x="166688" y="198438"/>
                </a:cubicBezTo>
                <a:lnTo>
                  <a:pt x="166688" y="230188"/>
                </a:lnTo>
                <a:lnTo>
                  <a:pt x="134938" y="230188"/>
                </a:lnTo>
                <a:cubicBezTo>
                  <a:pt x="121741" y="230188"/>
                  <a:pt x="111125" y="240804"/>
                  <a:pt x="111125" y="254000"/>
                </a:cubicBezTo>
                <a:cubicBezTo>
                  <a:pt x="111125" y="267196"/>
                  <a:pt x="121741" y="277813"/>
                  <a:pt x="134938" y="277813"/>
                </a:cubicBezTo>
                <a:lnTo>
                  <a:pt x="166688" y="277813"/>
                </a:lnTo>
                <a:lnTo>
                  <a:pt x="166688" y="309562"/>
                </a:lnTo>
                <a:cubicBezTo>
                  <a:pt x="166688" y="322759"/>
                  <a:pt x="177304" y="333375"/>
                  <a:pt x="190500" y="333375"/>
                </a:cubicBezTo>
                <a:cubicBezTo>
                  <a:pt x="203696" y="333375"/>
                  <a:pt x="214313" y="322759"/>
                  <a:pt x="214313" y="309562"/>
                </a:cubicBezTo>
                <a:lnTo>
                  <a:pt x="214313" y="277813"/>
                </a:lnTo>
                <a:lnTo>
                  <a:pt x="246063" y="277813"/>
                </a:lnTo>
                <a:cubicBezTo>
                  <a:pt x="259259" y="277813"/>
                  <a:pt x="269875" y="267196"/>
                  <a:pt x="269875" y="254000"/>
                </a:cubicBezTo>
                <a:cubicBezTo>
                  <a:pt x="269875" y="240804"/>
                  <a:pt x="259259" y="230188"/>
                  <a:pt x="246063" y="230188"/>
                </a:cubicBezTo>
                <a:lnTo>
                  <a:pt x="214313" y="230188"/>
                </a:lnTo>
                <a:lnTo>
                  <a:pt x="214313" y="198438"/>
                </a:lnTo>
                <a:cubicBezTo>
                  <a:pt x="214313" y="185241"/>
                  <a:pt x="203696" y="174625"/>
                  <a:pt x="190500" y="174625"/>
                </a:cubicBezTo>
                <a:close/>
                <a:moveTo>
                  <a:pt x="428625" y="269875"/>
                </a:moveTo>
                <a:cubicBezTo>
                  <a:pt x="411102" y="269875"/>
                  <a:pt x="396875" y="284102"/>
                  <a:pt x="396875" y="301625"/>
                </a:cubicBezTo>
                <a:cubicBezTo>
                  <a:pt x="396875" y="319148"/>
                  <a:pt x="411102" y="333375"/>
                  <a:pt x="428625" y="333375"/>
                </a:cubicBezTo>
                <a:cubicBezTo>
                  <a:pt x="446148" y="333375"/>
                  <a:pt x="460375" y="319148"/>
                  <a:pt x="460375" y="301625"/>
                </a:cubicBezTo>
                <a:cubicBezTo>
                  <a:pt x="460375" y="284102"/>
                  <a:pt x="446148" y="269875"/>
                  <a:pt x="428625" y="269875"/>
                </a:cubicBezTo>
                <a:close/>
                <a:moveTo>
                  <a:pt x="492125" y="174625"/>
                </a:moveTo>
                <a:cubicBezTo>
                  <a:pt x="474602" y="174625"/>
                  <a:pt x="460375" y="188852"/>
                  <a:pt x="460375" y="206375"/>
                </a:cubicBezTo>
                <a:cubicBezTo>
                  <a:pt x="460375" y="223898"/>
                  <a:pt x="474602" y="238125"/>
                  <a:pt x="492125" y="238125"/>
                </a:cubicBezTo>
                <a:cubicBezTo>
                  <a:pt x="509648" y="238125"/>
                  <a:pt x="523875" y="223898"/>
                  <a:pt x="523875" y="206375"/>
                </a:cubicBezTo>
                <a:cubicBezTo>
                  <a:pt x="523875" y="188852"/>
                  <a:pt x="509648" y="174625"/>
                  <a:pt x="492125" y="17462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111125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Catalogue de Jeux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112500" y="3111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Liste des jeux disponibles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Données via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Steam API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Affichage détaillé pour l'utilisateur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Données en lecture seule (admin ne modifie pas)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8000" y="8826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d'Attente, Sessions &amp; Chat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4699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10795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71438"/>
                </a:moveTo>
                <a:cubicBezTo>
                  <a:pt x="0" y="58341"/>
                  <a:pt x="10616" y="47625"/>
                  <a:pt x="23812" y="47625"/>
                </a:cubicBezTo>
                <a:lnTo>
                  <a:pt x="71438" y="47625"/>
                </a:lnTo>
                <a:cubicBezTo>
                  <a:pt x="84634" y="47625"/>
                  <a:pt x="95250" y="58241"/>
                  <a:pt x="95250" y="71438"/>
                </a:cubicBezTo>
                <a:lnTo>
                  <a:pt x="95250" y="174625"/>
                </a:lnTo>
                <a:lnTo>
                  <a:pt x="119063" y="174625"/>
                </a:lnTo>
                <a:cubicBezTo>
                  <a:pt x="132259" y="174625"/>
                  <a:pt x="142875" y="185241"/>
                  <a:pt x="142875" y="198438"/>
                </a:cubicBezTo>
                <a:cubicBezTo>
                  <a:pt x="142875" y="211634"/>
                  <a:pt x="132259" y="222250"/>
                  <a:pt x="119063" y="222250"/>
                </a:cubicBezTo>
                <a:lnTo>
                  <a:pt x="23812" y="222250"/>
                </a:lnTo>
                <a:cubicBezTo>
                  <a:pt x="10616" y="222250"/>
                  <a:pt x="0" y="211634"/>
                  <a:pt x="0" y="198438"/>
                </a:cubicBezTo>
                <a:cubicBezTo>
                  <a:pt x="0" y="185241"/>
                  <a:pt x="10616" y="174625"/>
                  <a:pt x="23812" y="174625"/>
                </a:cubicBezTo>
                <a:lnTo>
                  <a:pt x="47625" y="174625"/>
                </a:lnTo>
                <a:lnTo>
                  <a:pt x="47625" y="95250"/>
                </a:lnTo>
                <a:lnTo>
                  <a:pt x="23812" y="95250"/>
                </a:lnTo>
                <a:cubicBezTo>
                  <a:pt x="10616" y="95250"/>
                  <a:pt x="0" y="84634"/>
                  <a:pt x="0" y="71438"/>
                </a:cubicBezTo>
                <a:close/>
                <a:moveTo>
                  <a:pt x="30163" y="298847"/>
                </a:moveTo>
                <a:cubicBezTo>
                  <a:pt x="41473" y="290314"/>
                  <a:pt x="55265" y="285750"/>
                  <a:pt x="69453" y="285750"/>
                </a:cubicBezTo>
                <a:lnTo>
                  <a:pt x="74315" y="285750"/>
                </a:lnTo>
                <a:cubicBezTo>
                  <a:pt x="107752" y="285750"/>
                  <a:pt x="134938" y="312936"/>
                  <a:pt x="134938" y="346373"/>
                </a:cubicBezTo>
                <a:cubicBezTo>
                  <a:pt x="134938" y="365820"/>
                  <a:pt x="125611" y="383977"/>
                  <a:pt x="109934" y="395387"/>
                </a:cubicBezTo>
                <a:lnTo>
                  <a:pt x="86122" y="412750"/>
                </a:lnTo>
                <a:lnTo>
                  <a:pt x="119063" y="412750"/>
                </a:lnTo>
                <a:cubicBezTo>
                  <a:pt x="132259" y="412750"/>
                  <a:pt x="142875" y="423366"/>
                  <a:pt x="142875" y="436563"/>
                </a:cubicBezTo>
                <a:cubicBezTo>
                  <a:pt x="142875" y="449759"/>
                  <a:pt x="132259" y="460375"/>
                  <a:pt x="119063" y="460375"/>
                </a:cubicBezTo>
                <a:lnTo>
                  <a:pt x="29071" y="460375"/>
                </a:lnTo>
                <a:cubicBezTo>
                  <a:pt x="12998" y="460375"/>
                  <a:pt x="0" y="447377"/>
                  <a:pt x="0" y="431304"/>
                </a:cubicBezTo>
                <a:cubicBezTo>
                  <a:pt x="0" y="421977"/>
                  <a:pt x="4465" y="413246"/>
                  <a:pt x="12005" y="407789"/>
                </a:cubicBezTo>
                <a:lnTo>
                  <a:pt x="81955" y="356890"/>
                </a:lnTo>
                <a:cubicBezTo>
                  <a:pt x="85328" y="354409"/>
                  <a:pt x="87313" y="350540"/>
                  <a:pt x="87313" y="346373"/>
                </a:cubicBezTo>
                <a:cubicBezTo>
                  <a:pt x="87313" y="339229"/>
                  <a:pt x="81459" y="333375"/>
                  <a:pt x="74315" y="333375"/>
                </a:cubicBezTo>
                <a:lnTo>
                  <a:pt x="69453" y="333375"/>
                </a:lnTo>
                <a:cubicBezTo>
                  <a:pt x="65584" y="333375"/>
                  <a:pt x="61813" y="334665"/>
                  <a:pt x="58738" y="336947"/>
                </a:cubicBezTo>
                <a:lnTo>
                  <a:pt x="38100" y="352425"/>
                </a:lnTo>
                <a:cubicBezTo>
                  <a:pt x="27583" y="360363"/>
                  <a:pt x="12700" y="358180"/>
                  <a:pt x="4762" y="347663"/>
                </a:cubicBezTo>
                <a:cubicBezTo>
                  <a:pt x="-3175" y="337145"/>
                  <a:pt x="-992" y="322263"/>
                  <a:pt x="9525" y="314325"/>
                </a:cubicBezTo>
                <a:lnTo>
                  <a:pt x="30163" y="298847"/>
                </a:lnTo>
                <a:close/>
                <a:moveTo>
                  <a:pt x="222250" y="63500"/>
                </a:moveTo>
                <a:lnTo>
                  <a:pt x="476250" y="63500"/>
                </a:lnTo>
                <a:cubicBezTo>
                  <a:pt x="493812" y="63500"/>
                  <a:pt x="508000" y="77688"/>
                  <a:pt x="508000" y="95250"/>
                </a:cubicBezTo>
                <a:cubicBezTo>
                  <a:pt x="508000" y="112812"/>
                  <a:pt x="493812" y="127000"/>
                  <a:pt x="476250" y="127000"/>
                </a:cubicBezTo>
                <a:lnTo>
                  <a:pt x="222250" y="127000"/>
                </a:lnTo>
                <a:cubicBezTo>
                  <a:pt x="204688" y="127000"/>
                  <a:pt x="190500" y="112812"/>
                  <a:pt x="190500" y="95250"/>
                </a:cubicBezTo>
                <a:cubicBezTo>
                  <a:pt x="190500" y="77688"/>
                  <a:pt x="204688" y="63500"/>
                  <a:pt x="222250" y="63500"/>
                </a:cubicBezTo>
                <a:close/>
                <a:moveTo>
                  <a:pt x="222250" y="222250"/>
                </a:moveTo>
                <a:lnTo>
                  <a:pt x="476250" y="222250"/>
                </a:lnTo>
                <a:cubicBezTo>
                  <a:pt x="493812" y="222250"/>
                  <a:pt x="508000" y="236438"/>
                  <a:pt x="508000" y="254000"/>
                </a:cubicBezTo>
                <a:cubicBezTo>
                  <a:pt x="508000" y="271562"/>
                  <a:pt x="493812" y="285750"/>
                  <a:pt x="476250" y="285750"/>
                </a:cubicBezTo>
                <a:lnTo>
                  <a:pt x="222250" y="285750"/>
                </a:lnTo>
                <a:cubicBezTo>
                  <a:pt x="204688" y="285750"/>
                  <a:pt x="190500" y="271562"/>
                  <a:pt x="190500" y="254000"/>
                </a:cubicBezTo>
                <a:cubicBezTo>
                  <a:pt x="190500" y="236438"/>
                  <a:pt x="204688" y="222250"/>
                  <a:pt x="222250" y="222250"/>
                </a:cubicBezTo>
                <a:close/>
                <a:moveTo>
                  <a:pt x="222250" y="381000"/>
                </a:moveTo>
                <a:lnTo>
                  <a:pt x="476250" y="381000"/>
                </a:lnTo>
                <a:cubicBezTo>
                  <a:pt x="493812" y="381000"/>
                  <a:pt x="508000" y="395188"/>
                  <a:pt x="508000" y="412750"/>
                </a:cubicBezTo>
                <a:cubicBezTo>
                  <a:pt x="508000" y="430312"/>
                  <a:pt x="493812" y="444500"/>
                  <a:pt x="476250" y="444500"/>
                </a:cubicBezTo>
                <a:lnTo>
                  <a:pt x="222250" y="444500"/>
                </a:lnTo>
                <a:cubicBezTo>
                  <a:pt x="204688" y="444500"/>
                  <a:pt x="190500" y="430312"/>
                  <a:pt x="190500" y="412750"/>
                </a:cubicBezTo>
                <a:cubicBezTo>
                  <a:pt x="190500" y="395188"/>
                  <a:pt x="204688" y="381000"/>
                  <a:pt x="222250" y="3810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d'Attente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9500" y="3111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Accès réservé aux abonnés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Priorité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selon le plan (Free &lt; Priority &lt; Ultimate)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Affichage de la position en temps réel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Possibilité de quitter la file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778500" y="1587500"/>
            <a:ext cx="4699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6127750" y="1905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90488" y="36612"/>
                </a:moveTo>
                <a:cubicBezTo>
                  <a:pt x="78184" y="29865"/>
                  <a:pt x="63302" y="30163"/>
                  <a:pt x="51197" y="37306"/>
                </a:cubicBezTo>
                <a:cubicBezTo>
                  <a:pt x="39092" y="44450"/>
                  <a:pt x="31750" y="57448"/>
                  <a:pt x="31750" y="71438"/>
                </a:cubicBezTo>
                <a:lnTo>
                  <a:pt x="31750" y="436563"/>
                </a:lnTo>
                <a:cubicBezTo>
                  <a:pt x="31750" y="450552"/>
                  <a:pt x="39191" y="463550"/>
                  <a:pt x="51197" y="470694"/>
                </a:cubicBezTo>
                <a:cubicBezTo>
                  <a:pt x="63202" y="477838"/>
                  <a:pt x="78184" y="478135"/>
                  <a:pt x="90488" y="471388"/>
                </a:cubicBezTo>
                <a:lnTo>
                  <a:pt x="423863" y="288826"/>
                </a:lnTo>
                <a:cubicBezTo>
                  <a:pt x="436563" y="281880"/>
                  <a:pt x="444500" y="268486"/>
                  <a:pt x="444500" y="254000"/>
                </a:cubicBezTo>
                <a:cubicBezTo>
                  <a:pt x="444500" y="239514"/>
                  <a:pt x="436563" y="226120"/>
                  <a:pt x="423863" y="219174"/>
                </a:cubicBezTo>
                <a:lnTo>
                  <a:pt x="90488" y="36612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Sessions de Jeu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0" y="3111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Démarrage au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1er rang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 la file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Streaming via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Moonlight / Sunshine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Vérification abonnement avant démarrage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Arrêt auto si déconnexion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699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0750" y="1905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81000" y="142875"/>
                </a:moveTo>
                <a:cubicBezTo>
                  <a:pt x="381000" y="239316"/>
                  <a:pt x="295672" y="317500"/>
                  <a:pt x="190500" y="317500"/>
                </a:cubicBezTo>
                <a:cubicBezTo>
                  <a:pt x="164009" y="317500"/>
                  <a:pt x="138807" y="312539"/>
                  <a:pt x="115888" y="303609"/>
                </a:cubicBezTo>
                <a:lnTo>
                  <a:pt x="34925" y="346472"/>
                </a:lnTo>
                <a:cubicBezTo>
                  <a:pt x="25698" y="351334"/>
                  <a:pt x="14387" y="349647"/>
                  <a:pt x="6945" y="342305"/>
                </a:cubicBezTo>
                <a:cubicBezTo>
                  <a:pt x="-496" y="334963"/>
                  <a:pt x="-2183" y="323552"/>
                  <a:pt x="2778" y="314325"/>
                </a:cubicBezTo>
                <a:lnTo>
                  <a:pt x="38100" y="247650"/>
                </a:lnTo>
                <a:cubicBezTo>
                  <a:pt x="14188" y="218480"/>
                  <a:pt x="0" y="182166"/>
                  <a:pt x="0" y="142875"/>
                </a:cubicBezTo>
                <a:cubicBezTo>
                  <a:pt x="0" y="46434"/>
                  <a:pt x="85328" y="-31750"/>
                  <a:pt x="190500" y="-31750"/>
                </a:cubicBezTo>
                <a:cubicBezTo>
                  <a:pt x="295672" y="-31750"/>
                  <a:pt x="381000" y="46434"/>
                  <a:pt x="381000" y="142875"/>
                </a:cubicBezTo>
                <a:close/>
                <a:moveTo>
                  <a:pt x="381000" y="508000"/>
                </a:moveTo>
                <a:cubicBezTo>
                  <a:pt x="287635" y="508000"/>
                  <a:pt x="209947" y="446385"/>
                  <a:pt x="193675" y="365125"/>
                </a:cubicBezTo>
                <a:cubicBezTo>
                  <a:pt x="312737" y="363637"/>
                  <a:pt x="416223" y="278904"/>
                  <a:pt x="427633" y="164009"/>
                </a:cubicBezTo>
                <a:cubicBezTo>
                  <a:pt x="510282" y="183059"/>
                  <a:pt x="571500" y="251619"/>
                  <a:pt x="571500" y="333375"/>
                </a:cubicBezTo>
                <a:cubicBezTo>
                  <a:pt x="571500" y="372666"/>
                  <a:pt x="557312" y="408980"/>
                  <a:pt x="533400" y="438150"/>
                </a:cubicBezTo>
                <a:lnTo>
                  <a:pt x="568722" y="504825"/>
                </a:lnTo>
                <a:cubicBezTo>
                  <a:pt x="573584" y="514052"/>
                  <a:pt x="571897" y="525363"/>
                  <a:pt x="564555" y="532805"/>
                </a:cubicBezTo>
                <a:cubicBezTo>
                  <a:pt x="557212" y="540246"/>
                  <a:pt x="545802" y="541933"/>
                  <a:pt x="536575" y="536972"/>
                </a:cubicBezTo>
                <a:lnTo>
                  <a:pt x="455612" y="494109"/>
                </a:lnTo>
                <a:cubicBezTo>
                  <a:pt x="432693" y="503039"/>
                  <a:pt x="407491" y="508000"/>
                  <a:pt x="381000" y="5080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111125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 Système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112500" y="3111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Chat privé :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Entre amis uniquement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CRUD messages (envoyer, modifier, supprimer)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Chat global :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Tous les abonnés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Modération par l'admin (ban)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8000" y="8826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Admin, Sécurité &amp; Tournois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4699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1905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22250" y="246063"/>
                </a:moveTo>
                <a:cubicBezTo>
                  <a:pt x="287962" y="246063"/>
                  <a:pt x="341313" y="192712"/>
                  <a:pt x="341313" y="127000"/>
                </a:cubicBezTo>
                <a:cubicBezTo>
                  <a:pt x="341313" y="61288"/>
                  <a:pt x="287962" y="7938"/>
                  <a:pt x="222250" y="7938"/>
                </a:cubicBezTo>
                <a:cubicBezTo>
                  <a:pt x="156538" y="7938"/>
                  <a:pt x="103188" y="61288"/>
                  <a:pt x="103188" y="127000"/>
                </a:cubicBezTo>
                <a:cubicBezTo>
                  <a:pt x="103188" y="192712"/>
                  <a:pt x="156538" y="246063"/>
                  <a:pt x="222250" y="246063"/>
                </a:cubicBezTo>
                <a:close/>
                <a:moveTo>
                  <a:pt x="192782" y="301625"/>
                </a:moveTo>
                <a:cubicBezTo>
                  <a:pt x="95052" y="301625"/>
                  <a:pt x="15875" y="380802"/>
                  <a:pt x="15875" y="478532"/>
                </a:cubicBezTo>
                <a:cubicBezTo>
                  <a:pt x="15875" y="494804"/>
                  <a:pt x="29071" y="508000"/>
                  <a:pt x="45343" y="508000"/>
                </a:cubicBezTo>
                <a:lnTo>
                  <a:pt x="294878" y="508000"/>
                </a:lnTo>
                <a:cubicBezTo>
                  <a:pt x="258961" y="465733"/>
                  <a:pt x="238125" y="411262"/>
                  <a:pt x="238125" y="353616"/>
                </a:cubicBezTo>
                <a:lnTo>
                  <a:pt x="238125" y="322759"/>
                </a:lnTo>
                <a:cubicBezTo>
                  <a:pt x="238125" y="315516"/>
                  <a:pt x="239117" y="308372"/>
                  <a:pt x="241002" y="301625"/>
                </a:cubicBezTo>
                <a:lnTo>
                  <a:pt x="192782" y="301625"/>
                </a:lnTo>
                <a:close/>
                <a:moveTo>
                  <a:pt x="441821" y="484684"/>
                </a:moveTo>
                <a:lnTo>
                  <a:pt x="428625" y="490934"/>
                </a:lnTo>
                <a:lnTo>
                  <a:pt x="428625" y="304304"/>
                </a:lnTo>
                <a:lnTo>
                  <a:pt x="523875" y="336054"/>
                </a:lnTo>
                <a:lnTo>
                  <a:pt x="523875" y="355501"/>
                </a:lnTo>
                <a:cubicBezTo>
                  <a:pt x="523875" y="410865"/>
                  <a:pt x="491927" y="461169"/>
                  <a:pt x="441821" y="484783"/>
                </a:cubicBezTo>
                <a:close/>
                <a:moveTo>
                  <a:pt x="418604" y="257473"/>
                </a:moveTo>
                <a:lnTo>
                  <a:pt x="307479" y="294481"/>
                </a:lnTo>
                <a:cubicBezTo>
                  <a:pt x="294481" y="298847"/>
                  <a:pt x="285750" y="310952"/>
                  <a:pt x="285750" y="324644"/>
                </a:cubicBezTo>
                <a:lnTo>
                  <a:pt x="285750" y="355501"/>
                </a:lnTo>
                <a:cubicBezTo>
                  <a:pt x="285750" y="429320"/>
                  <a:pt x="328414" y="496491"/>
                  <a:pt x="395089" y="527844"/>
                </a:cubicBezTo>
                <a:lnTo>
                  <a:pt x="413445" y="536476"/>
                </a:lnTo>
                <a:cubicBezTo>
                  <a:pt x="418207" y="538659"/>
                  <a:pt x="423366" y="539849"/>
                  <a:pt x="428526" y="539849"/>
                </a:cubicBezTo>
                <a:cubicBezTo>
                  <a:pt x="433685" y="539849"/>
                  <a:pt x="438944" y="538659"/>
                  <a:pt x="443607" y="536476"/>
                </a:cubicBezTo>
                <a:lnTo>
                  <a:pt x="461962" y="527844"/>
                </a:lnTo>
                <a:cubicBezTo>
                  <a:pt x="528836" y="496391"/>
                  <a:pt x="571500" y="429220"/>
                  <a:pt x="571500" y="355402"/>
                </a:cubicBezTo>
                <a:lnTo>
                  <a:pt x="571500" y="324545"/>
                </a:lnTo>
                <a:cubicBezTo>
                  <a:pt x="571500" y="310852"/>
                  <a:pt x="562769" y="298748"/>
                  <a:pt x="549771" y="294382"/>
                </a:cubicBezTo>
                <a:lnTo>
                  <a:pt x="438646" y="257373"/>
                </a:lnTo>
                <a:cubicBezTo>
                  <a:pt x="432098" y="255191"/>
                  <a:pt x="425053" y="255191"/>
                  <a:pt x="418604" y="25737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Panel Admin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9500" y="3111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Gestion utilisateurs (CRUD)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Gestion abonnements (CRUD)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Supervision sessions actives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Modération chat global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Arrêt de session possible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778500" y="1587500"/>
            <a:ext cx="4699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6159500" y="1905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27000" y="95250"/>
                </a:moveTo>
                <a:lnTo>
                  <a:pt x="127000" y="158750"/>
                </a:lnTo>
                <a:lnTo>
                  <a:pt x="254000" y="158750"/>
                </a:lnTo>
                <a:lnTo>
                  <a:pt x="254000" y="95250"/>
                </a:lnTo>
                <a:cubicBezTo>
                  <a:pt x="254000" y="60226"/>
                  <a:pt x="225524" y="31750"/>
                  <a:pt x="190500" y="31750"/>
                </a:cubicBezTo>
                <a:cubicBezTo>
                  <a:pt x="155476" y="31750"/>
                  <a:pt x="127000" y="60226"/>
                  <a:pt x="127000" y="95250"/>
                </a:cubicBezTo>
                <a:close/>
                <a:moveTo>
                  <a:pt x="63500" y="158750"/>
                </a:moveTo>
                <a:lnTo>
                  <a:pt x="63500" y="95250"/>
                </a:lnTo>
                <a:cubicBezTo>
                  <a:pt x="63500" y="25102"/>
                  <a:pt x="120352" y="-31750"/>
                  <a:pt x="190500" y="-31750"/>
                </a:cubicBezTo>
                <a:cubicBezTo>
                  <a:pt x="260648" y="-31750"/>
                  <a:pt x="317500" y="25102"/>
                  <a:pt x="317500" y="95250"/>
                </a:cubicBezTo>
                <a:lnTo>
                  <a:pt x="317500" y="158750"/>
                </a:lnTo>
                <a:cubicBezTo>
                  <a:pt x="352524" y="158750"/>
                  <a:pt x="381000" y="187226"/>
                  <a:pt x="381000" y="222250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28476" y="158750"/>
                  <a:pt x="63500" y="15875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 &amp; Accès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0" y="3111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Vérification abonnement avant chaque action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Vérification des droits (chat, queue, session)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Authentification par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token JWT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Connexion sécurisée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Steam OAuth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699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125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3173" y="0"/>
                </a:moveTo>
                <a:lnTo>
                  <a:pt x="365423" y="0"/>
                </a:lnTo>
                <a:cubicBezTo>
                  <a:pt x="391716" y="0"/>
                  <a:pt x="413147" y="21630"/>
                  <a:pt x="412155" y="47823"/>
                </a:cubicBezTo>
                <a:cubicBezTo>
                  <a:pt x="411956" y="53082"/>
                  <a:pt x="411758" y="58341"/>
                  <a:pt x="411460" y="63500"/>
                </a:cubicBezTo>
                <a:lnTo>
                  <a:pt x="460673" y="63500"/>
                </a:lnTo>
                <a:cubicBezTo>
                  <a:pt x="486569" y="63500"/>
                  <a:pt x="509389" y="84931"/>
                  <a:pt x="507405" y="112911"/>
                </a:cubicBezTo>
                <a:cubicBezTo>
                  <a:pt x="499963" y="215801"/>
                  <a:pt x="447377" y="272355"/>
                  <a:pt x="390327" y="301923"/>
                </a:cubicBezTo>
                <a:cubicBezTo>
                  <a:pt x="374650" y="310059"/>
                  <a:pt x="358676" y="316111"/>
                  <a:pt x="343495" y="320576"/>
                </a:cubicBezTo>
                <a:cubicBezTo>
                  <a:pt x="323453" y="348952"/>
                  <a:pt x="302617" y="363934"/>
                  <a:pt x="286048" y="371971"/>
                </a:cubicBezTo>
                <a:lnTo>
                  <a:pt x="286048" y="444500"/>
                </a:lnTo>
                <a:lnTo>
                  <a:pt x="349548" y="444500"/>
                </a:lnTo>
                <a:cubicBezTo>
                  <a:pt x="367109" y="444500"/>
                  <a:pt x="381298" y="458688"/>
                  <a:pt x="381298" y="476250"/>
                </a:cubicBezTo>
                <a:cubicBezTo>
                  <a:pt x="381298" y="493812"/>
                  <a:pt x="367109" y="508000"/>
                  <a:pt x="349548" y="508000"/>
                </a:cubicBezTo>
                <a:lnTo>
                  <a:pt x="159048" y="508000"/>
                </a:lnTo>
                <a:cubicBezTo>
                  <a:pt x="141486" y="508000"/>
                  <a:pt x="127298" y="493812"/>
                  <a:pt x="127298" y="476250"/>
                </a:cubicBezTo>
                <a:cubicBezTo>
                  <a:pt x="127298" y="458688"/>
                  <a:pt x="141486" y="444500"/>
                  <a:pt x="159048" y="444500"/>
                </a:cubicBezTo>
                <a:lnTo>
                  <a:pt x="222548" y="444500"/>
                </a:lnTo>
                <a:lnTo>
                  <a:pt x="222548" y="371971"/>
                </a:lnTo>
                <a:cubicBezTo>
                  <a:pt x="206673" y="364331"/>
                  <a:pt x="186928" y="350143"/>
                  <a:pt x="167680" y="324048"/>
                </a:cubicBezTo>
                <a:cubicBezTo>
                  <a:pt x="149423" y="319286"/>
                  <a:pt x="129580" y="312043"/>
                  <a:pt x="110232" y="301129"/>
                </a:cubicBezTo>
                <a:cubicBezTo>
                  <a:pt x="56555" y="271066"/>
                  <a:pt x="8136" y="214412"/>
                  <a:pt x="1191" y="112712"/>
                </a:cubicBezTo>
                <a:cubicBezTo>
                  <a:pt x="-695" y="84832"/>
                  <a:pt x="22027" y="63401"/>
                  <a:pt x="47923" y="63401"/>
                </a:cubicBezTo>
                <a:lnTo>
                  <a:pt x="97135" y="63401"/>
                </a:lnTo>
                <a:cubicBezTo>
                  <a:pt x="96838" y="58241"/>
                  <a:pt x="96639" y="53082"/>
                  <a:pt x="96441" y="47724"/>
                </a:cubicBezTo>
                <a:cubicBezTo>
                  <a:pt x="95448" y="21431"/>
                  <a:pt x="116880" y="-99"/>
                  <a:pt x="143173" y="-99"/>
                </a:cubicBezTo>
                <a:close/>
                <a:moveTo>
                  <a:pt x="100707" y="111125"/>
                </a:moveTo>
                <a:lnTo>
                  <a:pt x="48716" y="111125"/>
                </a:lnTo>
                <a:cubicBezTo>
                  <a:pt x="54868" y="195163"/>
                  <a:pt x="93464" y="237232"/>
                  <a:pt x="133251" y="259556"/>
                </a:cubicBezTo>
                <a:cubicBezTo>
                  <a:pt x="118963" y="222548"/>
                  <a:pt x="107156" y="174228"/>
                  <a:pt x="100707" y="111125"/>
                </a:cubicBezTo>
                <a:close/>
                <a:moveTo>
                  <a:pt x="377031" y="254794"/>
                </a:moveTo>
                <a:cubicBezTo>
                  <a:pt x="417215" y="231180"/>
                  <a:pt x="453529" y="189210"/>
                  <a:pt x="459680" y="111125"/>
                </a:cubicBezTo>
                <a:lnTo>
                  <a:pt x="407789" y="111125"/>
                </a:lnTo>
                <a:cubicBezTo>
                  <a:pt x="401638" y="171549"/>
                  <a:pt x="390525" y="218480"/>
                  <a:pt x="377031" y="254794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111125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Système de Tournois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112500" y="3111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Création de tournois (admin)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Inscription / désinscription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Brackets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automatiques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Enregistrement des scores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Classement et notifications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8000" y="8826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zeymqcxhdszq/mnt/agents/output/morpheus/images/9_Abstract_Digital_Code_Flowing_Dark.png">    </p:cNvPr>
          <p:cNvPicPr>
            <a:picLocks noChangeAspect="1"/>
          </p:cNvPicPr>
          <p:nvPr/>
        </p:nvPicPr>
        <p:blipFill>
          <a:blip r:embed="rId1"/>
          <a:srcRect l="3111" r="3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91000"/>
                </a:srgbClr>
              </a:gs>
              <a:gs pos="55000">
                <a:srgbClr val="0F0F1A">
                  <a:alpha val="80000"/>
                </a:srgbClr>
              </a:gs>
              <a:gs pos="100000">
                <a:srgbClr val="0F0F1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spc="200" kern="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1270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Livrables &amp; 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 suite du projet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Livrables Attendus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À la fin du projet, les éléments suivants seront livrés 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7112000" cy="152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1108075" y="2667000"/>
            <a:ext cx="628650" cy="558800"/>
          </a:xfrm>
          <a:custGeom>
            <a:avLst/>
            <a:gdLst/>
            <a:ahLst/>
            <a:cxnLst/>
            <a:rect l="l" t="t" r="r" b="b"/>
            <a:pathLst>
              <a:path w="628650" h="558800">
                <a:moveTo>
                  <a:pt x="393779" y="1310"/>
                </a:moveTo>
                <a:cubicBezTo>
                  <a:pt x="375225" y="-4038"/>
                  <a:pt x="355908" y="6767"/>
                  <a:pt x="350560" y="25321"/>
                </a:cubicBezTo>
                <a:lnTo>
                  <a:pt x="210860" y="514271"/>
                </a:lnTo>
                <a:cubicBezTo>
                  <a:pt x="205512" y="532825"/>
                  <a:pt x="216317" y="552142"/>
                  <a:pt x="234871" y="557490"/>
                </a:cubicBezTo>
                <a:cubicBezTo>
                  <a:pt x="253425" y="562838"/>
                  <a:pt x="272742" y="552033"/>
                  <a:pt x="278090" y="533479"/>
                </a:cubicBezTo>
                <a:lnTo>
                  <a:pt x="417790" y="44529"/>
                </a:lnTo>
                <a:cubicBezTo>
                  <a:pt x="423138" y="25975"/>
                  <a:pt x="412333" y="6658"/>
                  <a:pt x="393779" y="1310"/>
                </a:cubicBezTo>
                <a:close/>
                <a:moveTo>
                  <a:pt x="464284" y="149850"/>
                </a:moveTo>
                <a:cubicBezTo>
                  <a:pt x="450642" y="163493"/>
                  <a:pt x="450642" y="185648"/>
                  <a:pt x="464284" y="199291"/>
                </a:cubicBezTo>
                <a:lnTo>
                  <a:pt x="544393" y="279400"/>
                </a:lnTo>
                <a:lnTo>
                  <a:pt x="464284" y="359509"/>
                </a:lnTo>
                <a:cubicBezTo>
                  <a:pt x="450642" y="373152"/>
                  <a:pt x="450642" y="395307"/>
                  <a:pt x="464284" y="408950"/>
                </a:cubicBezTo>
                <a:cubicBezTo>
                  <a:pt x="477927" y="422592"/>
                  <a:pt x="500082" y="422592"/>
                  <a:pt x="513725" y="408950"/>
                </a:cubicBezTo>
                <a:lnTo>
                  <a:pt x="618500" y="304175"/>
                </a:lnTo>
                <a:cubicBezTo>
                  <a:pt x="632142" y="290532"/>
                  <a:pt x="632142" y="268377"/>
                  <a:pt x="618500" y="254734"/>
                </a:cubicBezTo>
                <a:lnTo>
                  <a:pt x="513725" y="149959"/>
                </a:lnTo>
                <a:cubicBezTo>
                  <a:pt x="500082" y="136317"/>
                  <a:pt x="477927" y="136317"/>
                  <a:pt x="464284" y="149959"/>
                </a:cubicBezTo>
                <a:close/>
                <a:moveTo>
                  <a:pt x="164475" y="149850"/>
                </a:moveTo>
                <a:cubicBezTo>
                  <a:pt x="150832" y="136208"/>
                  <a:pt x="128677" y="136208"/>
                  <a:pt x="115034" y="149850"/>
                </a:cubicBezTo>
                <a:lnTo>
                  <a:pt x="10259" y="254625"/>
                </a:lnTo>
                <a:cubicBezTo>
                  <a:pt x="-3383" y="268268"/>
                  <a:pt x="-3383" y="290423"/>
                  <a:pt x="10259" y="304066"/>
                </a:cubicBezTo>
                <a:lnTo>
                  <a:pt x="115034" y="408841"/>
                </a:lnTo>
                <a:cubicBezTo>
                  <a:pt x="128677" y="422483"/>
                  <a:pt x="150832" y="422483"/>
                  <a:pt x="164475" y="408841"/>
                </a:cubicBezTo>
                <a:cubicBezTo>
                  <a:pt x="178118" y="395198"/>
                  <a:pt x="178118" y="373043"/>
                  <a:pt x="164475" y="359400"/>
                </a:cubicBezTo>
                <a:lnTo>
                  <a:pt x="84366" y="279400"/>
                </a:lnTo>
                <a:lnTo>
                  <a:pt x="164366" y="199291"/>
                </a:lnTo>
                <a:cubicBezTo>
                  <a:pt x="178008" y="185648"/>
                  <a:pt x="178008" y="163493"/>
                  <a:pt x="164366" y="14985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968500" y="2540000"/>
            <a:ext cx="552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Source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68500" y="29845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Backend (Laravel) et frontend complet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0" y="2286000"/>
            <a:ext cx="7112000" cy="152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8763000" y="2667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09550" y="69850"/>
                </a:moveTo>
                <a:cubicBezTo>
                  <a:pt x="209550" y="50532"/>
                  <a:pt x="225157" y="34925"/>
                  <a:pt x="244475" y="34925"/>
                </a:cubicBezTo>
                <a:lnTo>
                  <a:pt x="314325" y="34925"/>
                </a:lnTo>
                <a:cubicBezTo>
                  <a:pt x="333643" y="34925"/>
                  <a:pt x="349250" y="50532"/>
                  <a:pt x="349250" y="69850"/>
                </a:cubicBezTo>
                <a:lnTo>
                  <a:pt x="349250" y="139700"/>
                </a:lnTo>
                <a:cubicBezTo>
                  <a:pt x="349250" y="159018"/>
                  <a:pt x="333643" y="174625"/>
                  <a:pt x="314325" y="174625"/>
                </a:cubicBezTo>
                <a:lnTo>
                  <a:pt x="305594" y="174625"/>
                </a:lnTo>
                <a:lnTo>
                  <a:pt x="305594" y="244475"/>
                </a:lnTo>
                <a:lnTo>
                  <a:pt x="436563" y="244475"/>
                </a:lnTo>
                <a:cubicBezTo>
                  <a:pt x="480000" y="244475"/>
                  <a:pt x="515144" y="279618"/>
                  <a:pt x="515144" y="323056"/>
                </a:cubicBezTo>
                <a:lnTo>
                  <a:pt x="515144" y="384175"/>
                </a:lnTo>
                <a:lnTo>
                  <a:pt x="523875" y="384175"/>
                </a:lnTo>
                <a:cubicBezTo>
                  <a:pt x="543193" y="384175"/>
                  <a:pt x="558800" y="399782"/>
                  <a:pt x="558800" y="419100"/>
                </a:cubicBezTo>
                <a:lnTo>
                  <a:pt x="558800" y="488950"/>
                </a:lnTo>
                <a:cubicBezTo>
                  <a:pt x="558800" y="508268"/>
                  <a:pt x="543193" y="523875"/>
                  <a:pt x="523875" y="523875"/>
                </a:cubicBezTo>
                <a:lnTo>
                  <a:pt x="454025" y="523875"/>
                </a:lnTo>
                <a:cubicBezTo>
                  <a:pt x="434707" y="523875"/>
                  <a:pt x="419100" y="508268"/>
                  <a:pt x="419100" y="488950"/>
                </a:cubicBezTo>
                <a:lnTo>
                  <a:pt x="419100" y="419100"/>
                </a:lnTo>
                <a:cubicBezTo>
                  <a:pt x="419100" y="399782"/>
                  <a:pt x="434707" y="384175"/>
                  <a:pt x="454025" y="384175"/>
                </a:cubicBezTo>
                <a:lnTo>
                  <a:pt x="462756" y="384175"/>
                </a:lnTo>
                <a:lnTo>
                  <a:pt x="462756" y="323056"/>
                </a:lnTo>
                <a:cubicBezTo>
                  <a:pt x="462756" y="308541"/>
                  <a:pt x="451078" y="296863"/>
                  <a:pt x="436563" y="296863"/>
                </a:cubicBezTo>
                <a:lnTo>
                  <a:pt x="305594" y="296863"/>
                </a:lnTo>
                <a:lnTo>
                  <a:pt x="305594" y="384175"/>
                </a:lnTo>
                <a:lnTo>
                  <a:pt x="314325" y="384175"/>
                </a:lnTo>
                <a:cubicBezTo>
                  <a:pt x="333643" y="384175"/>
                  <a:pt x="349250" y="399782"/>
                  <a:pt x="349250" y="419100"/>
                </a:cubicBezTo>
                <a:lnTo>
                  <a:pt x="349250" y="488950"/>
                </a:lnTo>
                <a:cubicBezTo>
                  <a:pt x="349250" y="508268"/>
                  <a:pt x="333643" y="523875"/>
                  <a:pt x="314325" y="523875"/>
                </a:cubicBezTo>
                <a:lnTo>
                  <a:pt x="244475" y="523875"/>
                </a:lnTo>
                <a:cubicBezTo>
                  <a:pt x="225157" y="523875"/>
                  <a:pt x="209550" y="508268"/>
                  <a:pt x="209550" y="488950"/>
                </a:cubicBezTo>
                <a:lnTo>
                  <a:pt x="209550" y="419100"/>
                </a:lnTo>
                <a:cubicBezTo>
                  <a:pt x="209550" y="399782"/>
                  <a:pt x="225157" y="384175"/>
                  <a:pt x="244475" y="384175"/>
                </a:cubicBezTo>
                <a:lnTo>
                  <a:pt x="253206" y="384175"/>
                </a:lnTo>
                <a:lnTo>
                  <a:pt x="253206" y="296863"/>
                </a:lnTo>
                <a:lnTo>
                  <a:pt x="122238" y="296863"/>
                </a:lnTo>
                <a:cubicBezTo>
                  <a:pt x="107722" y="296863"/>
                  <a:pt x="96044" y="308541"/>
                  <a:pt x="96044" y="323056"/>
                </a:cubicBezTo>
                <a:lnTo>
                  <a:pt x="96044" y="384175"/>
                </a:lnTo>
                <a:lnTo>
                  <a:pt x="104775" y="384175"/>
                </a:lnTo>
                <a:cubicBezTo>
                  <a:pt x="124093" y="384175"/>
                  <a:pt x="139700" y="399782"/>
                  <a:pt x="139700" y="419100"/>
                </a:cubicBezTo>
                <a:lnTo>
                  <a:pt x="139700" y="488950"/>
                </a:lnTo>
                <a:cubicBezTo>
                  <a:pt x="139700" y="508268"/>
                  <a:pt x="124093" y="523875"/>
                  <a:pt x="104775" y="523875"/>
                </a:cubicBezTo>
                <a:lnTo>
                  <a:pt x="34925" y="523875"/>
                </a:lnTo>
                <a:cubicBezTo>
                  <a:pt x="15607" y="523875"/>
                  <a:pt x="0" y="508268"/>
                  <a:pt x="0" y="488950"/>
                </a:cubicBezTo>
                <a:lnTo>
                  <a:pt x="0" y="419100"/>
                </a:lnTo>
                <a:cubicBezTo>
                  <a:pt x="0" y="399782"/>
                  <a:pt x="15607" y="384175"/>
                  <a:pt x="34925" y="384175"/>
                </a:cubicBezTo>
                <a:lnTo>
                  <a:pt x="43656" y="384175"/>
                </a:lnTo>
                <a:lnTo>
                  <a:pt x="43656" y="323056"/>
                </a:lnTo>
                <a:cubicBezTo>
                  <a:pt x="43656" y="279618"/>
                  <a:pt x="78800" y="244475"/>
                  <a:pt x="122238" y="244475"/>
                </a:cubicBezTo>
                <a:lnTo>
                  <a:pt x="253206" y="244475"/>
                </a:lnTo>
                <a:lnTo>
                  <a:pt x="253206" y="174625"/>
                </a:lnTo>
                <a:lnTo>
                  <a:pt x="244475" y="174625"/>
                </a:lnTo>
                <a:cubicBezTo>
                  <a:pt x="225157" y="174625"/>
                  <a:pt x="209550" y="159018"/>
                  <a:pt x="209550" y="139700"/>
                </a:cubicBezTo>
                <a:lnTo>
                  <a:pt x="209550" y="6985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9588500" y="2540000"/>
            <a:ext cx="552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Diagrammes de Conception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88500" y="29845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Architecture, base de données, flux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2000" y="4191000"/>
            <a:ext cx="7112000" cy="152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7925" y="4572000"/>
            <a:ext cx="488950" cy="558800"/>
          </a:xfrm>
          <a:custGeom>
            <a:avLst/>
            <a:gdLst/>
            <a:ahLst/>
            <a:cxnLst/>
            <a:rect l="l" t="t" r="r" b="b"/>
            <a:pathLst>
              <a:path w="488950" h="558800">
                <a:moveTo>
                  <a:pt x="139700" y="0"/>
                </a:moveTo>
                <a:cubicBezTo>
                  <a:pt x="159018" y="0"/>
                  <a:pt x="174625" y="15607"/>
                  <a:pt x="174625" y="34925"/>
                </a:cubicBezTo>
                <a:lnTo>
                  <a:pt x="174625" y="69850"/>
                </a:lnTo>
                <a:lnTo>
                  <a:pt x="314325" y="69850"/>
                </a:lnTo>
                <a:lnTo>
                  <a:pt x="314325" y="34925"/>
                </a:lnTo>
                <a:cubicBezTo>
                  <a:pt x="314325" y="15607"/>
                  <a:pt x="329932" y="0"/>
                  <a:pt x="349250" y="0"/>
                </a:cubicBezTo>
                <a:cubicBezTo>
                  <a:pt x="368568" y="0"/>
                  <a:pt x="384175" y="15607"/>
                  <a:pt x="384175" y="34925"/>
                </a:cubicBezTo>
                <a:lnTo>
                  <a:pt x="384175" y="69850"/>
                </a:lnTo>
                <a:lnTo>
                  <a:pt x="419100" y="69850"/>
                </a:lnTo>
                <a:cubicBezTo>
                  <a:pt x="457627" y="69850"/>
                  <a:pt x="488950" y="101173"/>
                  <a:pt x="488950" y="139700"/>
                </a:cubicBezTo>
                <a:lnTo>
                  <a:pt x="488950" y="454025"/>
                </a:lnTo>
                <a:cubicBezTo>
                  <a:pt x="488950" y="492552"/>
                  <a:pt x="457627" y="523875"/>
                  <a:pt x="419100" y="523875"/>
                </a:cubicBezTo>
                <a:lnTo>
                  <a:pt x="69850" y="523875"/>
                </a:lnTo>
                <a:cubicBezTo>
                  <a:pt x="31323" y="523875"/>
                  <a:pt x="0" y="492552"/>
                  <a:pt x="0" y="454025"/>
                </a:cubicBezTo>
                <a:lnTo>
                  <a:pt x="0" y="139700"/>
                </a:lnTo>
                <a:cubicBezTo>
                  <a:pt x="0" y="101173"/>
                  <a:pt x="31323" y="69850"/>
                  <a:pt x="69850" y="69850"/>
                </a:cubicBezTo>
                <a:lnTo>
                  <a:pt x="104775" y="69850"/>
                </a:lnTo>
                <a:lnTo>
                  <a:pt x="104775" y="34925"/>
                </a:lnTo>
                <a:cubicBezTo>
                  <a:pt x="104775" y="15607"/>
                  <a:pt x="120382" y="0"/>
                  <a:pt x="139700" y="0"/>
                </a:cubicBezTo>
                <a:close/>
                <a:moveTo>
                  <a:pt x="69850" y="261938"/>
                </a:moveTo>
                <a:lnTo>
                  <a:pt x="69850" y="296863"/>
                </a:lnTo>
                <a:cubicBezTo>
                  <a:pt x="69850" y="306467"/>
                  <a:pt x="77708" y="314325"/>
                  <a:pt x="87313" y="314325"/>
                </a:cubicBezTo>
                <a:lnTo>
                  <a:pt x="122238" y="314325"/>
                </a:lnTo>
                <a:cubicBezTo>
                  <a:pt x="131842" y="314325"/>
                  <a:pt x="139700" y="306467"/>
                  <a:pt x="139700" y="296863"/>
                </a:cubicBezTo>
                <a:lnTo>
                  <a:pt x="139700" y="261938"/>
                </a:lnTo>
                <a:cubicBezTo>
                  <a:pt x="139700" y="252333"/>
                  <a:pt x="131842" y="244475"/>
                  <a:pt x="122238" y="244475"/>
                </a:cubicBezTo>
                <a:lnTo>
                  <a:pt x="87313" y="244475"/>
                </a:lnTo>
                <a:cubicBezTo>
                  <a:pt x="77708" y="244475"/>
                  <a:pt x="69850" y="252333"/>
                  <a:pt x="69850" y="261938"/>
                </a:cubicBezTo>
                <a:close/>
                <a:moveTo>
                  <a:pt x="209550" y="261938"/>
                </a:moveTo>
                <a:lnTo>
                  <a:pt x="209550" y="296863"/>
                </a:lnTo>
                <a:cubicBezTo>
                  <a:pt x="209550" y="306467"/>
                  <a:pt x="217408" y="314325"/>
                  <a:pt x="227013" y="314325"/>
                </a:cubicBezTo>
                <a:lnTo>
                  <a:pt x="261938" y="314325"/>
                </a:lnTo>
                <a:cubicBezTo>
                  <a:pt x="271542" y="314325"/>
                  <a:pt x="279400" y="306467"/>
                  <a:pt x="279400" y="296863"/>
                </a:cubicBezTo>
                <a:lnTo>
                  <a:pt x="279400" y="261938"/>
                </a:lnTo>
                <a:cubicBezTo>
                  <a:pt x="279400" y="252333"/>
                  <a:pt x="271542" y="244475"/>
                  <a:pt x="261938" y="244475"/>
                </a:cubicBezTo>
                <a:lnTo>
                  <a:pt x="227013" y="244475"/>
                </a:lnTo>
                <a:cubicBezTo>
                  <a:pt x="217408" y="244475"/>
                  <a:pt x="209550" y="252333"/>
                  <a:pt x="209550" y="261938"/>
                </a:cubicBezTo>
                <a:close/>
                <a:moveTo>
                  <a:pt x="366713" y="244475"/>
                </a:moveTo>
                <a:cubicBezTo>
                  <a:pt x="357108" y="244475"/>
                  <a:pt x="349250" y="252333"/>
                  <a:pt x="349250" y="261938"/>
                </a:cubicBezTo>
                <a:lnTo>
                  <a:pt x="349250" y="296863"/>
                </a:lnTo>
                <a:cubicBezTo>
                  <a:pt x="349250" y="306467"/>
                  <a:pt x="357108" y="314325"/>
                  <a:pt x="366713" y="314325"/>
                </a:cubicBezTo>
                <a:lnTo>
                  <a:pt x="401637" y="314325"/>
                </a:lnTo>
                <a:cubicBezTo>
                  <a:pt x="411242" y="314325"/>
                  <a:pt x="419100" y="306467"/>
                  <a:pt x="419100" y="296863"/>
                </a:cubicBezTo>
                <a:lnTo>
                  <a:pt x="419100" y="261938"/>
                </a:lnTo>
                <a:cubicBezTo>
                  <a:pt x="419100" y="252333"/>
                  <a:pt x="411242" y="244475"/>
                  <a:pt x="401637" y="244475"/>
                </a:cubicBezTo>
                <a:lnTo>
                  <a:pt x="366713" y="244475"/>
                </a:lnTo>
                <a:close/>
                <a:moveTo>
                  <a:pt x="69850" y="401637"/>
                </a:moveTo>
                <a:lnTo>
                  <a:pt x="69850" y="436563"/>
                </a:lnTo>
                <a:cubicBezTo>
                  <a:pt x="69850" y="446167"/>
                  <a:pt x="77708" y="454025"/>
                  <a:pt x="87313" y="454025"/>
                </a:cubicBezTo>
                <a:lnTo>
                  <a:pt x="122238" y="454025"/>
                </a:lnTo>
                <a:cubicBezTo>
                  <a:pt x="131842" y="454025"/>
                  <a:pt x="139700" y="446167"/>
                  <a:pt x="139700" y="436563"/>
                </a:cubicBezTo>
                <a:lnTo>
                  <a:pt x="139700" y="401637"/>
                </a:lnTo>
                <a:cubicBezTo>
                  <a:pt x="139700" y="392033"/>
                  <a:pt x="131842" y="384175"/>
                  <a:pt x="122238" y="384175"/>
                </a:cubicBezTo>
                <a:lnTo>
                  <a:pt x="87313" y="384175"/>
                </a:lnTo>
                <a:cubicBezTo>
                  <a:pt x="77708" y="384175"/>
                  <a:pt x="69850" y="392033"/>
                  <a:pt x="69850" y="401637"/>
                </a:cubicBezTo>
                <a:close/>
                <a:moveTo>
                  <a:pt x="227013" y="384175"/>
                </a:moveTo>
                <a:cubicBezTo>
                  <a:pt x="217408" y="384175"/>
                  <a:pt x="209550" y="392033"/>
                  <a:pt x="209550" y="401637"/>
                </a:cubicBezTo>
                <a:lnTo>
                  <a:pt x="209550" y="436563"/>
                </a:lnTo>
                <a:cubicBezTo>
                  <a:pt x="209550" y="446167"/>
                  <a:pt x="217408" y="454025"/>
                  <a:pt x="227013" y="454025"/>
                </a:cubicBezTo>
                <a:lnTo>
                  <a:pt x="261938" y="454025"/>
                </a:lnTo>
                <a:cubicBezTo>
                  <a:pt x="271542" y="454025"/>
                  <a:pt x="279400" y="446167"/>
                  <a:pt x="279400" y="436563"/>
                </a:cubicBezTo>
                <a:lnTo>
                  <a:pt x="279400" y="401637"/>
                </a:lnTo>
                <a:cubicBezTo>
                  <a:pt x="279400" y="392033"/>
                  <a:pt x="271542" y="384175"/>
                  <a:pt x="261938" y="384175"/>
                </a:cubicBezTo>
                <a:lnTo>
                  <a:pt x="227013" y="384175"/>
                </a:lnTo>
                <a:close/>
                <a:moveTo>
                  <a:pt x="349250" y="401637"/>
                </a:moveTo>
                <a:lnTo>
                  <a:pt x="349250" y="436563"/>
                </a:lnTo>
                <a:cubicBezTo>
                  <a:pt x="349250" y="446167"/>
                  <a:pt x="357108" y="454025"/>
                  <a:pt x="366713" y="454025"/>
                </a:cubicBezTo>
                <a:lnTo>
                  <a:pt x="401637" y="454025"/>
                </a:lnTo>
                <a:cubicBezTo>
                  <a:pt x="411242" y="454025"/>
                  <a:pt x="419100" y="446167"/>
                  <a:pt x="419100" y="436563"/>
                </a:cubicBezTo>
                <a:lnTo>
                  <a:pt x="419100" y="401637"/>
                </a:lnTo>
                <a:cubicBezTo>
                  <a:pt x="419100" y="392033"/>
                  <a:pt x="411242" y="384175"/>
                  <a:pt x="401637" y="384175"/>
                </a:cubicBezTo>
                <a:lnTo>
                  <a:pt x="366713" y="384175"/>
                </a:lnTo>
                <a:cubicBezTo>
                  <a:pt x="357108" y="384175"/>
                  <a:pt x="349250" y="392033"/>
                  <a:pt x="349250" y="401637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968500" y="4445000"/>
            <a:ext cx="552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Planification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968500" y="48895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Gantt, phases, jalons du projet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82000" y="4191000"/>
            <a:ext cx="7112000" cy="152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8728075" y="4572000"/>
            <a:ext cx="628650" cy="558800"/>
          </a:xfrm>
          <a:custGeom>
            <a:avLst/>
            <a:gdLst/>
            <a:ahLst/>
            <a:cxnLst/>
            <a:rect l="l" t="t" r="r" b="b"/>
            <a:pathLst>
              <a:path w="628650" h="558800">
                <a:moveTo>
                  <a:pt x="524421" y="11241"/>
                </a:moveTo>
                <a:lnTo>
                  <a:pt x="282783" y="172442"/>
                </a:lnTo>
                <a:cubicBezTo>
                  <a:pt x="251023" y="193615"/>
                  <a:pt x="230832" y="227995"/>
                  <a:pt x="227558" y="265539"/>
                </a:cubicBezTo>
                <a:cubicBezTo>
                  <a:pt x="295553" y="279509"/>
                  <a:pt x="349141" y="333097"/>
                  <a:pt x="363220" y="401201"/>
                </a:cubicBezTo>
                <a:cubicBezTo>
                  <a:pt x="400874" y="397927"/>
                  <a:pt x="435144" y="377736"/>
                  <a:pt x="456317" y="345976"/>
                </a:cubicBezTo>
                <a:lnTo>
                  <a:pt x="617409" y="104229"/>
                </a:lnTo>
                <a:cubicBezTo>
                  <a:pt x="624721" y="93206"/>
                  <a:pt x="628650" y="80328"/>
                  <a:pt x="628650" y="67012"/>
                </a:cubicBezTo>
                <a:cubicBezTo>
                  <a:pt x="628650" y="30014"/>
                  <a:pt x="598636" y="0"/>
                  <a:pt x="561638" y="0"/>
                </a:cubicBezTo>
                <a:cubicBezTo>
                  <a:pt x="548432" y="0"/>
                  <a:pt x="535444" y="3929"/>
                  <a:pt x="524421" y="11241"/>
                </a:cubicBezTo>
                <a:close/>
                <a:moveTo>
                  <a:pt x="314325" y="436563"/>
                </a:moveTo>
                <a:cubicBezTo>
                  <a:pt x="314325" y="369004"/>
                  <a:pt x="259646" y="314325"/>
                  <a:pt x="192088" y="314325"/>
                </a:cubicBezTo>
                <a:cubicBezTo>
                  <a:pt x="124529" y="314325"/>
                  <a:pt x="69850" y="369004"/>
                  <a:pt x="69850" y="436563"/>
                </a:cubicBezTo>
                <a:cubicBezTo>
                  <a:pt x="69850" y="440819"/>
                  <a:pt x="70068" y="445075"/>
                  <a:pt x="70505" y="449223"/>
                </a:cubicBezTo>
                <a:cubicBezTo>
                  <a:pt x="72469" y="468322"/>
                  <a:pt x="59372" y="488950"/>
                  <a:pt x="40164" y="488950"/>
                </a:cubicBezTo>
                <a:lnTo>
                  <a:pt x="34925" y="488950"/>
                </a:lnTo>
                <a:cubicBezTo>
                  <a:pt x="15607" y="488950"/>
                  <a:pt x="0" y="504557"/>
                  <a:pt x="0" y="523875"/>
                </a:cubicBezTo>
                <a:cubicBezTo>
                  <a:pt x="0" y="543193"/>
                  <a:pt x="15607" y="558800"/>
                  <a:pt x="34925" y="558800"/>
                </a:cubicBezTo>
                <a:lnTo>
                  <a:pt x="192088" y="558800"/>
                </a:lnTo>
                <a:cubicBezTo>
                  <a:pt x="259646" y="558800"/>
                  <a:pt x="314325" y="504121"/>
                  <a:pt x="314325" y="43656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9588500" y="4445000"/>
            <a:ext cx="552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Maquettes UI/UX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588500" y="48895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 des interfaces utilisateur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62000" y="6096000"/>
            <a:ext cx="14732000" cy="152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3150" y="6477000"/>
            <a:ext cx="698500" cy="558800"/>
          </a:xfrm>
          <a:custGeom>
            <a:avLst/>
            <a:gdLst/>
            <a:ahLst/>
            <a:cxnLst/>
            <a:rect l="l" t="t" r="r" b="b"/>
            <a:pathLst>
              <a:path w="698500" h="558800">
                <a:moveTo>
                  <a:pt x="209550" y="87313"/>
                </a:moveTo>
                <a:cubicBezTo>
                  <a:pt x="243282" y="87313"/>
                  <a:pt x="270669" y="59926"/>
                  <a:pt x="270669" y="26194"/>
                </a:cubicBezTo>
                <a:cubicBezTo>
                  <a:pt x="270669" y="-7539"/>
                  <a:pt x="243282" y="-34925"/>
                  <a:pt x="209550" y="-34925"/>
                </a:cubicBezTo>
                <a:cubicBezTo>
                  <a:pt x="175818" y="-34925"/>
                  <a:pt x="148431" y="-7539"/>
                  <a:pt x="148431" y="26194"/>
                </a:cubicBezTo>
                <a:cubicBezTo>
                  <a:pt x="148431" y="59926"/>
                  <a:pt x="175818" y="87313"/>
                  <a:pt x="209550" y="87313"/>
                </a:cubicBezTo>
                <a:close/>
                <a:moveTo>
                  <a:pt x="192088" y="558800"/>
                </a:moveTo>
                <a:lnTo>
                  <a:pt x="192088" y="384175"/>
                </a:lnTo>
                <a:cubicBezTo>
                  <a:pt x="192088" y="374571"/>
                  <a:pt x="199946" y="366713"/>
                  <a:pt x="209550" y="366713"/>
                </a:cubicBezTo>
                <a:cubicBezTo>
                  <a:pt x="219154" y="366713"/>
                  <a:pt x="227013" y="374571"/>
                  <a:pt x="227013" y="384175"/>
                </a:cubicBezTo>
                <a:lnTo>
                  <a:pt x="227013" y="558800"/>
                </a:lnTo>
                <a:cubicBezTo>
                  <a:pt x="227013" y="578118"/>
                  <a:pt x="242620" y="593725"/>
                  <a:pt x="261938" y="593725"/>
                </a:cubicBezTo>
                <a:cubicBezTo>
                  <a:pt x="281255" y="593725"/>
                  <a:pt x="296863" y="578118"/>
                  <a:pt x="296863" y="558800"/>
                </a:cubicBezTo>
                <a:lnTo>
                  <a:pt x="296863" y="192088"/>
                </a:lnTo>
                <a:lnTo>
                  <a:pt x="436563" y="192088"/>
                </a:lnTo>
                <a:cubicBezTo>
                  <a:pt x="455880" y="192088"/>
                  <a:pt x="471488" y="176480"/>
                  <a:pt x="471488" y="157163"/>
                </a:cubicBezTo>
                <a:cubicBezTo>
                  <a:pt x="471488" y="137845"/>
                  <a:pt x="455880" y="122238"/>
                  <a:pt x="436563" y="122238"/>
                </a:cubicBezTo>
                <a:lnTo>
                  <a:pt x="419100" y="122238"/>
                </a:lnTo>
                <a:lnTo>
                  <a:pt x="419100" y="69850"/>
                </a:lnTo>
                <a:lnTo>
                  <a:pt x="628650" y="69850"/>
                </a:lnTo>
                <a:lnTo>
                  <a:pt x="628650" y="279400"/>
                </a:lnTo>
                <a:lnTo>
                  <a:pt x="419100" y="279400"/>
                </a:lnTo>
                <a:lnTo>
                  <a:pt x="419100" y="244475"/>
                </a:lnTo>
                <a:lnTo>
                  <a:pt x="349250" y="244475"/>
                </a:lnTo>
                <a:lnTo>
                  <a:pt x="349250" y="296863"/>
                </a:lnTo>
                <a:cubicBezTo>
                  <a:pt x="349250" y="325785"/>
                  <a:pt x="372715" y="349250"/>
                  <a:pt x="401637" y="349250"/>
                </a:cubicBezTo>
                <a:lnTo>
                  <a:pt x="646112" y="349250"/>
                </a:lnTo>
                <a:cubicBezTo>
                  <a:pt x="675035" y="349250"/>
                  <a:pt x="698500" y="325785"/>
                  <a:pt x="698500" y="296863"/>
                </a:cubicBezTo>
                <a:lnTo>
                  <a:pt x="698500" y="52388"/>
                </a:lnTo>
                <a:cubicBezTo>
                  <a:pt x="698500" y="23465"/>
                  <a:pt x="675035" y="0"/>
                  <a:pt x="646112" y="0"/>
                </a:cubicBezTo>
                <a:lnTo>
                  <a:pt x="401637" y="0"/>
                </a:lnTo>
                <a:cubicBezTo>
                  <a:pt x="372715" y="0"/>
                  <a:pt x="349250" y="23465"/>
                  <a:pt x="349250" y="52388"/>
                </a:cubicBezTo>
                <a:lnTo>
                  <a:pt x="349250" y="122238"/>
                </a:lnTo>
                <a:lnTo>
                  <a:pt x="215334" y="122238"/>
                </a:lnTo>
                <a:cubicBezTo>
                  <a:pt x="165566" y="122238"/>
                  <a:pt x="118745" y="145812"/>
                  <a:pt x="89168" y="185757"/>
                </a:cubicBezTo>
                <a:lnTo>
                  <a:pt x="15607" y="284748"/>
                </a:lnTo>
                <a:cubicBezTo>
                  <a:pt x="4147" y="300246"/>
                  <a:pt x="7312" y="322074"/>
                  <a:pt x="22810" y="333643"/>
                </a:cubicBezTo>
                <a:cubicBezTo>
                  <a:pt x="38308" y="345212"/>
                  <a:pt x="60136" y="341938"/>
                  <a:pt x="71705" y="326440"/>
                </a:cubicBezTo>
                <a:lnTo>
                  <a:pt x="122238" y="258336"/>
                </a:lnTo>
                <a:lnTo>
                  <a:pt x="122238" y="558800"/>
                </a:lnTo>
                <a:cubicBezTo>
                  <a:pt x="122238" y="578118"/>
                  <a:pt x="137845" y="593725"/>
                  <a:pt x="157163" y="593725"/>
                </a:cubicBezTo>
                <a:cubicBezTo>
                  <a:pt x="176480" y="593725"/>
                  <a:pt x="192088" y="578118"/>
                  <a:pt x="192088" y="55880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1968500" y="635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Présentation Finale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968500" y="6794500"/>
            <a:ext cx="508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Présentation du projet devant le jury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2000" y="8001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Ces livrables démontrent les compétences en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développement web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logique métier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et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0F0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intégration API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27" name="Text 25"/>
          <p:cNvSpPr/>
          <p:nvPr/>
        </p:nvSpPr>
        <p:spPr>
          <a:xfrm>
            <a:off x="14478000" y="8826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zeymqcxhdszq/mnt/agents/output/morpheus/images/5_Free_Neon_Gaming_Controller_Image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60000"/>
                </a:srgbClr>
              </a:gs>
              <a:gs pos="40000">
                <a:srgbClr val="0F0F1A">
                  <a:alpha val="80000"/>
                </a:srgbClr>
              </a:gs>
              <a:gs pos="100000">
                <a:srgbClr val="0F0F1A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175000"/>
            <a:ext cx="254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429000"/>
            <a:ext cx="1016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spc="1200" kern="0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6858000" y="4889500"/>
            <a:ext cx="254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3683000" y="5207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Morpheus — Le cloud gaming accessible à tous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588000" y="5969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 questions ?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Morpheus - Plateforme de Cloud Gaming</dc:title>
  <dc:subject>Morpheus - Plateforme de Cloud Gaming</dc:subject>
  <dc:creator>Kimi</dc:creator>
  <cp:lastModifiedBy>Kimi</cp:lastModifiedBy>
  <cp:revision>1</cp:revision>
  <dcterms:created xsi:type="dcterms:W3CDTF">2026-05-11T01:52:08Z</dcterms:created>
  <dcterms:modified xsi:type="dcterms:W3CDTF">2026-05-11T01:52:08Z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{"Label":"Morpheus - Plateforme de Cloud Gaming","ContentProducer":"001191110108MACG2KBH8F10000","ProduceID":"19e14ba9-a1f2-8e69-8000-000003f7cbac","ReservedCode1":"","ContentPropagator":"001191110108MACG2KBH8F20000","PropagateID":"19e14ba9-a1f2-8e69-8000-000003f7cbac","ReservedCode2":""}</vt:lpwstr>
  </property>
</Properties>
</file>